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0" r:id="rId2"/>
    <p:sldId id="316" r:id="rId3"/>
    <p:sldId id="300" r:id="rId4"/>
    <p:sldId id="292" r:id="rId5"/>
    <p:sldId id="291" r:id="rId6"/>
    <p:sldId id="296" r:id="rId7"/>
    <p:sldId id="302" r:id="rId8"/>
    <p:sldId id="303" r:id="rId9"/>
    <p:sldId id="297" r:id="rId10"/>
    <p:sldId id="298" r:id="rId11"/>
    <p:sldId id="299" r:id="rId12"/>
    <p:sldId id="301" r:id="rId13"/>
    <p:sldId id="304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565"/>
    <a:srgbClr val="000000"/>
    <a:srgbClr val="FFFFFF"/>
    <a:srgbClr val="F2F2F2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93834" autoAdjust="0"/>
  </p:normalViewPr>
  <p:slideViewPr>
    <p:cSldViewPr snapToGrid="0">
      <p:cViewPr varScale="1">
        <p:scale>
          <a:sx n="63" d="100"/>
          <a:sy n="63" d="100"/>
        </p:scale>
        <p:origin x="7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60513-74A9-42CE-9805-080885499EC3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81F15-EB55-40DF-A2EE-873A665078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9432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81F15-EB55-40DF-A2EE-873A6650784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949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05AAEC-4470-4845-AE46-89BA130CB5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C334C9D-98B0-4BA4-AD34-7B354BB1B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75A082-75D3-4036-B383-807B8F65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676EBB-196A-42B4-9D7A-DDEB15ADF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41BC1A-B4BC-47F0-BC99-E5B6990B2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260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3C2936-2758-4BDA-93B7-D18A617D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3FBC88-C681-4C6B-9CB7-3B6A2A5F5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29ACF2-1C4F-4BFA-840A-735B029F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D59479-6C86-46A1-8A7B-766F3037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31FA98-4F7A-4198-9C84-17FB8F1F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568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D19F7F-3634-4669-A58A-792C0283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D2ADA8-DA0A-407B-A8EE-27A5B84DA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E3F33D-3BC1-45EB-9063-8E578CC2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DB278D-94D0-46B5-9ADB-BE070DF0A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D99168-01C2-4204-80ED-2797DA01D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452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12FB06-4B28-4D11-B18D-F6FC3495D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3CBB7C0-6082-49BD-9CBA-37271E004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32DF22-AF08-4260-B488-A6196009D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95C6BD-7A81-4492-B47F-4B5A6A9BA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A3AC3C6-0514-4158-A4FF-F95AEDB4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9FE79D-2B23-4ACB-84B1-271F7CE39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725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9420A4-80D4-4514-91AF-B1A106DC9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4492C0-9657-48F8-85AD-1CA9B0358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C719D5-876A-4294-B64D-0D42EDF77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75C189-9A3C-4E76-BAF8-3ED824026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B693870-317A-46D2-9988-60A91DAD5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CC90A14-31BD-480A-9289-5EAE4776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7F540C-9647-4CB4-8627-26FDAD9E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5689C8-F45B-4E63-959E-792CA6F4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32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F3DAE-4CC6-429D-9C2F-3A71AC34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912889-31B5-4CF6-89CD-75DA9D51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35759DC-34F8-46EC-B356-D3AAF4CCD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D5ED12-9A4D-47A1-BC16-FE5E9416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871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1E2F18F-64C9-41AD-BA28-343E47DC5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2D796EA-8C49-44AD-AD72-37FC00B45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E027FF-22EE-436A-B215-704F3EAE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80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24E06A-3B06-4145-85C4-2F9721A08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35F25C2-C1AE-4912-8A15-82ED6E4C3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6B9E2F4-2295-4281-A7E3-8C87EF59D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0F3391-F424-4380-ACAE-92841749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F67CFE-880C-4B53-9874-C9C3B545B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D26D88-C1E9-4D20-BD5F-BB4FD3AE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4389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996F90-5262-4447-B4FF-885FEA2D5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BC953CB-4A19-44C6-B09B-5982595F3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1493EF-14D4-44EC-BEF5-C2E6E1AC5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8B4948-FC1E-4BE7-9E5E-15A0B008F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9ECD9D-8956-473F-B71E-C6BF35FA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885F65-D82A-4D9A-898A-3AD1CA9B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6593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785E85-4253-42D1-8263-2FF33A974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38A1074-A475-4F4C-8916-DE601565F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FCC058-C015-4796-BA33-55494751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29EB10-E39A-4BA0-AF73-A5B99103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B6D7AC-0097-41F7-B79B-A3A730BB2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245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FFFD1DF-E550-4604-8692-0093E1FFC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7FDD83-9D08-4480-A2DF-5243C7613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4DADA8-EA6A-4E88-AD32-0A53DA33C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D519DE-030E-4F70-AFEF-2F7CEB51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8CBC7E-FFF0-498E-9D2B-AA4AD0BF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153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5AEED6C-07B3-46E5-8973-C5E57DF3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300E87-E74B-47E0-B627-839793374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059F15-5503-4469-ADF3-FB8DA22DF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2EFFF-6B0B-44CE-BE44-9E28E43AA347}" type="datetimeFigureOut">
              <a:rPr kumimoji="1" lang="ja-JP" altLang="en-US" smtClean="0"/>
              <a:t>2024/8/20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696932-B987-4999-BDA0-814D4127E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804F7B-2131-4A50-B911-10FBC2275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A229C-ECA4-43EE-BE05-DC439F7ADD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902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icpc.iisf.or.jp/2024-yokohama/registrati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icpc.global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icpc.global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icpc.global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qUdm11TXXfwUe3529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6DEBF2-508B-4981-AB9D-7A6C554A5D5F}"/>
              </a:ext>
            </a:extLst>
          </p:cNvPr>
          <p:cNvSpPr txBox="1"/>
          <p:nvPr/>
        </p:nvSpPr>
        <p:spPr>
          <a:xfrm>
            <a:off x="1031323" y="808226"/>
            <a:ext cx="10129353" cy="304698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ja-JP" sz="9600" b="1" dirty="0">
                <a:ln>
                  <a:solidFill>
                    <a:sysClr val="windowText" lastClr="000000"/>
                  </a:solidFill>
                </a:ln>
                <a:solidFill>
                  <a:srgbClr val="0070C0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Arial Black" panose="020B0A04020102020204" pitchFamily="34" charset="0"/>
                <a:ea typeface="ＭＳ ゴシック" panose="020B0609070205080204" pitchFamily="49" charset="-128"/>
              </a:rPr>
              <a:t>ICPC</a:t>
            </a:r>
          </a:p>
          <a:p>
            <a:pPr algn="ctr"/>
            <a:r>
              <a:rPr lang="ja-JP" alt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Arial Black" panose="020B0A04020102020204" pitchFamily="34" charset="0"/>
                <a:ea typeface="ＭＳ ゴシック" panose="020B0609070205080204" pitchFamily="49" charset="-128"/>
              </a:rPr>
              <a:t>チーム登録の手順</a:t>
            </a:r>
            <a:endParaRPr lang="en-US" altLang="ja-JP" sz="9600" b="1" dirty="0">
              <a:ln>
                <a:solidFill>
                  <a:sysClr val="windowText" lastClr="000000"/>
                </a:solidFill>
              </a:ln>
              <a:solidFill>
                <a:srgbClr val="FFC000"/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latin typeface="Arial Black" panose="020B0A04020102020204" pitchFamily="34" charset="0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6498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お問い合わせ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B0E64A-3103-5F0B-09DA-8383C88A2CAE}"/>
              </a:ext>
            </a:extLst>
          </p:cNvPr>
          <p:cNvSpPr txBox="1"/>
          <p:nvPr/>
        </p:nvSpPr>
        <p:spPr>
          <a:xfrm>
            <a:off x="1471935" y="1364605"/>
            <a:ext cx="924813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学生代表　西郷智博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(</a:t>
            </a:r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情報科学科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4</a:t>
            </a:r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年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)</a:t>
            </a:r>
          </a:p>
          <a:p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【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e-mail</a:t>
            </a:r>
            <a:r>
              <a:rPr lang="ja-JP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】 </a:t>
            </a:r>
            <a:r>
              <a:rPr lang="en-US" altLang="ja-JP" sz="4400" kern="1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  <a:cs typeface="Times New Roman" panose="02020603050405020304" pitchFamily="18" charset="0"/>
              </a:rPr>
              <a:t>meijiicpc23@gmail.com</a:t>
            </a:r>
            <a:endParaRPr lang="ja-JP" altLang="ja-JP" sz="4400" kern="100" dirty="0">
              <a:effectLst/>
              <a:latin typeface="ＭＳ Ｐゴシック" panose="020B0600070205080204" pitchFamily="50" charset="-128"/>
              <a:ea typeface="ＭＳ Ｐゴシック" panose="020B0600070205080204" pitchFamily="50" charset="-128"/>
              <a:cs typeface="Times New Roman" panose="02020603050405020304" pitchFamily="18" charset="0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DE0CAD6-99D9-C5F4-B01B-BD29BC8AE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935" y="3754120"/>
            <a:ext cx="2941320" cy="294132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07A536B-0D3C-C23B-A871-2741D3AA9866}"/>
              </a:ext>
            </a:extLst>
          </p:cNvPr>
          <p:cNvSpPr txBox="1"/>
          <p:nvPr/>
        </p:nvSpPr>
        <p:spPr>
          <a:xfrm>
            <a:off x="1471935" y="3013501"/>
            <a:ext cx="29413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参加者向け</a:t>
            </a:r>
            <a:endParaRPr lang="en-US" altLang="ja-JP" sz="2400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algn="ctr"/>
            <a:r>
              <a:rPr lang="ja-JP" altLang="en-US" sz="24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オープンチャット</a:t>
            </a:r>
            <a:endParaRPr lang="en-US" altLang="ja-JP" sz="2400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DC64E7F-7837-38A1-A0F5-102B87314D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447" y="3754120"/>
            <a:ext cx="2941320" cy="294132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8BFD49E-E709-2CAF-F58C-C5EBD9DD3EDC}"/>
              </a:ext>
            </a:extLst>
          </p:cNvPr>
          <p:cNvSpPr txBox="1"/>
          <p:nvPr/>
        </p:nvSpPr>
        <p:spPr>
          <a:xfrm>
            <a:off x="6845447" y="3013500"/>
            <a:ext cx="2941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X(</a:t>
            </a:r>
            <a:r>
              <a:rPr lang="ja-JP" altLang="en-US" sz="24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旧</a:t>
            </a:r>
            <a:r>
              <a:rPr lang="en-US" altLang="ja-JP" sz="24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Twitter)</a:t>
            </a:r>
          </a:p>
        </p:txBody>
      </p:sp>
    </p:spTree>
    <p:extLst>
      <p:ext uri="{BB962C8B-B14F-4D97-AF65-F5344CB8AC3E}">
        <p14:creationId xmlns:p14="http://schemas.microsoft.com/office/powerpoint/2010/main" val="3873604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本資料について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6C83BC-F033-7C2E-9686-1200C181C3BF}"/>
              </a:ext>
            </a:extLst>
          </p:cNvPr>
          <p:cNvSpPr txBox="1"/>
          <p:nvPr/>
        </p:nvSpPr>
        <p:spPr>
          <a:xfrm>
            <a:off x="350540" y="1217248"/>
            <a:ext cx="1149091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本資料は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ICPC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公式の登録手順より抜粋し、それらをまとめたものとなっております。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詳細は以下の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URL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から、公式の情報を併せてご確認ください。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en-US" altLang="ja-JP" sz="32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3200" dirty="0">
                <a:latin typeface="ＭＳ ゴシック" panose="020B0609070205080204" pitchFamily="49" charset="-128"/>
                <a:ea typeface="ＭＳ ゴシック" panose="020B0609070205080204" pitchFamily="49" charset="-128"/>
                <a:hlinkClick r:id="rId2"/>
              </a:rPr>
              <a:t>https://icpc.iisf.or.jp/2024-yokohama/registration</a:t>
            </a:r>
            <a:r>
              <a:rPr lang="en-US" altLang="ja-JP" sz="32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35261E8-3133-75A1-E0D0-33DEB99AB889}"/>
              </a:ext>
            </a:extLst>
          </p:cNvPr>
          <p:cNvSpPr txBox="1"/>
          <p:nvPr/>
        </p:nvSpPr>
        <p:spPr>
          <a:xfrm>
            <a:off x="350540" y="4813888"/>
            <a:ext cx="11577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また、参加手続きにあたり、何かご不明な点があれば、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西郷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代表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までご相談ください。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1763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3628724" y="75389"/>
            <a:ext cx="84028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登録の前に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6C83BC-F033-7C2E-9686-1200C181C3BF}"/>
              </a:ext>
            </a:extLst>
          </p:cNvPr>
          <p:cNvSpPr txBox="1"/>
          <p:nvPr/>
        </p:nvSpPr>
        <p:spPr>
          <a:xfrm>
            <a:off x="629961" y="1501728"/>
            <a:ext cx="109320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登録の際、公的書類と同様にご自身の名前、居住地の市区町村などを入力して頂く必要があります。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特に名前のローマ字表記は、事前に保護者の方などに確認しておき、記入ミスが無いようお気を付けください。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0F3DDF9E-9CEB-6D90-D65C-E5EDB6191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654" y="3925111"/>
            <a:ext cx="2533650" cy="28575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E9F0B3C-6C6A-38C5-6F1D-5357F75D8074}"/>
              </a:ext>
            </a:extLst>
          </p:cNvPr>
          <p:cNvSpPr txBox="1"/>
          <p:nvPr/>
        </p:nvSpPr>
        <p:spPr>
          <a:xfrm>
            <a:off x="10766066" y="4884001"/>
            <a:ext cx="1591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ヨシ！</a:t>
            </a:r>
            <a:endParaRPr lang="en-US" altLang="ja-JP" sz="2800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438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2722880" y="75389"/>
            <a:ext cx="9308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アカウント作成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初参加の方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BD34B0-4C4A-3124-6857-330A4CB128EE}"/>
              </a:ext>
            </a:extLst>
          </p:cNvPr>
          <p:cNvSpPr txBox="1"/>
          <p:nvPr/>
        </p:nvSpPr>
        <p:spPr>
          <a:xfrm>
            <a:off x="629961" y="1471248"/>
            <a:ext cx="10932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①こちらのサイト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  <a:hlinkClick r:id="rId2"/>
              </a:rPr>
              <a:t>https://icpc.global/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から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「</a:t>
            </a:r>
            <a:r>
              <a:rPr lang="en-US" altLang="ja-JP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SIGN UP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」ボタン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を押し、アカウントを作る。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56DC94-A77C-CAC9-8F76-33FA3DC0990B}"/>
              </a:ext>
            </a:extLst>
          </p:cNvPr>
          <p:cNvSpPr txBox="1"/>
          <p:nvPr/>
        </p:nvSpPr>
        <p:spPr>
          <a:xfrm>
            <a:off x="629961" y="3879168"/>
            <a:ext cx="109320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②アカウント作成にあたり、</a:t>
            </a:r>
            <a:r>
              <a:rPr lang="en-US" altLang="ja-JP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Username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に自身のメールアドレスを、</a:t>
            </a:r>
            <a:r>
              <a:rPr lang="en-US" altLang="ja-JP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Password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に好きなパスワード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を入力してください。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パスワードは確認のため二重入力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9474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2722880" y="75389"/>
            <a:ext cx="9308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アカウント作成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初参加の方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BD34B0-4C4A-3124-6857-330A4CB128EE}"/>
              </a:ext>
            </a:extLst>
          </p:cNvPr>
          <p:cNvSpPr txBox="1"/>
          <p:nvPr/>
        </p:nvSpPr>
        <p:spPr>
          <a:xfrm>
            <a:off x="629961" y="1450928"/>
            <a:ext cx="109320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③「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REGISTER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」ボタンを押す。認証確認の画面になるので、先程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入力したメールアドレスに送信されている認証コード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を入力する。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A2FAE21-C144-245D-F39C-201FEA12E9BC}"/>
              </a:ext>
            </a:extLst>
          </p:cNvPr>
          <p:cNvSpPr txBox="1"/>
          <p:nvPr/>
        </p:nvSpPr>
        <p:spPr>
          <a:xfrm>
            <a:off x="629961" y="3835627"/>
            <a:ext cx="109320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④登録後、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  <a:hlinkClick r:id="rId2"/>
              </a:rPr>
              <a:t>https://icpc.global/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から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「</a:t>
            </a:r>
            <a:r>
              <a:rPr lang="en-US" altLang="ja-JP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LOGIN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」ボタン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を押し、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Username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に登録したメールアドレスを、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Password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に登録したパスワードを入力後、ログインしてください。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318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2722880" y="75389"/>
            <a:ext cx="9308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アカウント作成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初参加の方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BD34B0-4C4A-3124-6857-330A4CB128EE}"/>
              </a:ext>
            </a:extLst>
          </p:cNvPr>
          <p:cNvSpPr txBox="1"/>
          <p:nvPr/>
        </p:nvSpPr>
        <p:spPr>
          <a:xfrm>
            <a:off x="629961" y="1057166"/>
            <a:ext cx="109320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⑤ログイン後、個人情報の入力画面になります。以下の指示に従い、各項目を埋めてください。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入力は全て英語表記、ローマ字表記でお願いします。</a:t>
            </a:r>
            <a:endParaRPr lang="en-US" altLang="ja-JP" sz="3600" dirty="0">
              <a:solidFill>
                <a:srgbClr val="FF0000"/>
              </a:solidFill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9CD46A0-2484-FC49-93C3-90B54571047C}"/>
              </a:ext>
            </a:extLst>
          </p:cNvPr>
          <p:cNvSpPr txBox="1"/>
          <p:nvPr/>
        </p:nvSpPr>
        <p:spPr>
          <a:xfrm>
            <a:off x="995719" y="2951946"/>
            <a:ext cx="109320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title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：ご自身の敬称を入力してください。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 敬称がなければば「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None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」で大丈夫です。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9314040-B8B8-CE6C-65DA-F0D7EDE79D07}"/>
              </a:ext>
            </a:extLst>
          </p:cNvPr>
          <p:cNvSpPr txBox="1"/>
          <p:nvPr/>
        </p:nvSpPr>
        <p:spPr>
          <a:xfrm>
            <a:off x="995718" y="4046507"/>
            <a:ext cx="10932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First Name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：ご自身の名前をお書きください。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64D7B77-EB35-2981-4A3C-4D1AB24CD0F9}"/>
              </a:ext>
            </a:extLst>
          </p:cNvPr>
          <p:cNvSpPr txBox="1"/>
          <p:nvPr/>
        </p:nvSpPr>
        <p:spPr>
          <a:xfrm>
            <a:off x="995717" y="4710181"/>
            <a:ext cx="10932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Last Name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：ご自身の苗字をお書きください。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5CA91AA-A9C5-2A59-D527-D28C53403616}"/>
              </a:ext>
            </a:extLst>
          </p:cNvPr>
          <p:cNvSpPr txBox="1"/>
          <p:nvPr/>
        </p:nvSpPr>
        <p:spPr>
          <a:xfrm>
            <a:off x="995716" y="5373855"/>
            <a:ext cx="10932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Sex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：ご自身の性別を選択してください。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59D282-DD2E-0912-6C58-C4F0F1E4C894}"/>
              </a:ext>
            </a:extLst>
          </p:cNvPr>
          <p:cNvSpPr txBox="1"/>
          <p:nvPr/>
        </p:nvSpPr>
        <p:spPr>
          <a:xfrm>
            <a:off x="995716" y="6037529"/>
            <a:ext cx="10932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Home country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：ご自身の出生国を選択してください。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7059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2722880" y="75389"/>
            <a:ext cx="9308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アカウント作成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初参加の方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9CD46A0-2484-FC49-93C3-90B54571047C}"/>
              </a:ext>
            </a:extLst>
          </p:cNvPr>
          <p:cNvSpPr txBox="1"/>
          <p:nvPr/>
        </p:nvSpPr>
        <p:spPr>
          <a:xfrm>
            <a:off x="995715" y="2449579"/>
            <a:ext cx="109320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Institution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：まずは「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Meiji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」と入力してください。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　 そうすると下に「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Meiji University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」と出るので、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　　　　 そちらを選択してください。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D41DDCD-0B3D-1171-5C5F-0ADC63C50160}"/>
              </a:ext>
            </a:extLst>
          </p:cNvPr>
          <p:cNvSpPr txBox="1"/>
          <p:nvPr/>
        </p:nvSpPr>
        <p:spPr>
          <a:xfrm>
            <a:off x="995715" y="1122231"/>
            <a:ext cx="10932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Residence country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：現在の居住国を選択してください。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1AD9643-B26F-31AD-20BC-EBCD4028B73C}"/>
              </a:ext>
            </a:extLst>
          </p:cNvPr>
          <p:cNvSpPr txBox="1"/>
          <p:nvPr/>
        </p:nvSpPr>
        <p:spPr>
          <a:xfrm>
            <a:off x="995715" y="1785905"/>
            <a:ext cx="10932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・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Home city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：現在の居住市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区町村</a:t>
            </a:r>
            <a:r>
              <a:rPr lang="en-US" altLang="ja-JP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28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をお書きください。</a:t>
            </a:r>
            <a:endParaRPr lang="en-US" altLang="ja-JP" sz="28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B269329-51B9-0031-92F3-ED6F2C239B22}"/>
              </a:ext>
            </a:extLst>
          </p:cNvPr>
          <p:cNvSpPr txBox="1"/>
          <p:nvPr/>
        </p:nvSpPr>
        <p:spPr>
          <a:xfrm>
            <a:off x="629961" y="4298206"/>
            <a:ext cx="10932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⑥全項目を入力後、下の「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Save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」ボタンを押して下さい。以上で、アカウント作成の手順は完了です。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40774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503680" y="75389"/>
            <a:ext cx="1052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アカウント確認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参加経験有りの方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BD34B0-4C4A-3124-6857-330A4CB128EE}"/>
              </a:ext>
            </a:extLst>
          </p:cNvPr>
          <p:cNvSpPr txBox="1"/>
          <p:nvPr/>
        </p:nvSpPr>
        <p:spPr>
          <a:xfrm>
            <a:off x="756940" y="1288368"/>
            <a:ext cx="106781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①こちらのサイト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  <a:hlinkClick r:id="rId2"/>
              </a:rPr>
              <a:t>https://icpc.global/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から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「</a:t>
            </a:r>
            <a:r>
              <a:rPr lang="en-US" altLang="ja-JP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LOGIN</a:t>
            </a:r>
            <a:r>
              <a:rPr lang="ja-JP" altLang="en-US" sz="3600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」ボタン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を押し、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Username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に登録したメールアドレスを、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Password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に登録したパスワードを入力後、ログインしてください。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2061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503680" y="75389"/>
            <a:ext cx="1052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アカウント確認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参加経験有りの方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56DC94-A77C-CAC9-8F76-33FA3DC0990B}"/>
              </a:ext>
            </a:extLst>
          </p:cNvPr>
          <p:cNvSpPr txBox="1"/>
          <p:nvPr/>
        </p:nvSpPr>
        <p:spPr>
          <a:xfrm>
            <a:off x="629961" y="1149923"/>
            <a:ext cx="10932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②画像赤枠部を押し、出てきた「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Profile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」をクリックする。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33C1AED-E84A-5758-FDB8-C1A62B2FE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61" y="2563612"/>
            <a:ext cx="8595360" cy="3875977"/>
          </a:xfrm>
          <a:prstGeom prst="rect">
            <a:avLst/>
          </a:prstGeom>
          <a:ln w="28575">
            <a:solidFill>
              <a:srgbClr val="000000"/>
            </a:solidFill>
          </a:ln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19B3D90-B104-245E-65C2-6D4330822775}"/>
              </a:ext>
            </a:extLst>
          </p:cNvPr>
          <p:cNvSpPr/>
          <p:nvPr/>
        </p:nvSpPr>
        <p:spPr>
          <a:xfrm>
            <a:off x="7162800" y="2604252"/>
            <a:ext cx="1981200" cy="33198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E2D72F73-6D40-5114-2CCC-03554354D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561" y="4243628"/>
            <a:ext cx="3649018" cy="2489517"/>
          </a:xfrm>
          <a:prstGeom prst="rect">
            <a:avLst/>
          </a:prstGeom>
          <a:ln w="28575">
            <a:solidFill>
              <a:srgbClr val="000000"/>
            </a:solidFill>
          </a:ln>
        </p:spPr>
      </p:pic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CA31FBA-B3E8-7D83-1057-73992F4A3765}"/>
              </a:ext>
            </a:extLst>
          </p:cNvPr>
          <p:cNvSpPr/>
          <p:nvPr/>
        </p:nvSpPr>
        <p:spPr>
          <a:xfrm>
            <a:off x="9428479" y="5029200"/>
            <a:ext cx="2603100" cy="254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5E976B96-AACB-C84B-37F4-88242096DCB2}"/>
              </a:ext>
            </a:extLst>
          </p:cNvPr>
          <p:cNvSpPr/>
          <p:nvPr/>
        </p:nvSpPr>
        <p:spPr>
          <a:xfrm rot="3064527">
            <a:off x="9125476" y="3114891"/>
            <a:ext cx="1706880" cy="5588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3418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0"/>
            <a:ext cx="12192000" cy="98177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503680" y="75389"/>
            <a:ext cx="1052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アカウント確認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参加経験有りの方</a:t>
            </a:r>
            <a:r>
              <a:rPr kumimoji="1" lang="en-US" altLang="ja-JP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endParaRPr kumimoji="1" lang="ja-JP" altLang="en-US" sz="4800" b="1" dirty="0">
              <a:solidFill>
                <a:schemeClr val="bg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BD34B0-4C4A-3124-6857-330A4CB128EE}"/>
              </a:ext>
            </a:extLst>
          </p:cNvPr>
          <p:cNvSpPr txBox="1"/>
          <p:nvPr/>
        </p:nvSpPr>
        <p:spPr>
          <a:xfrm>
            <a:off x="629961" y="1450928"/>
            <a:ext cx="1067811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③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「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MAIN INFO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と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「</a:t>
            </a:r>
            <a:r>
              <a:rPr lang="en-US" altLang="ja-JP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DEGREE INFO</a:t>
            </a:r>
            <a:r>
              <a:rPr lang="ja-JP" altLang="en-US" sz="3600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」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に昨年度登録したものが書かれていると思われます。現在の状態と合致するか確認していただき、必要に応じて変更してください。</a:t>
            </a:r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特に引っ越しなどで住所変更をされている方は、居住地の変更をお願いします。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endParaRPr lang="en-US" altLang="ja-JP" sz="36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問題がなければ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、アカウント作成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確認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の手順は完了です。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08181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-30480"/>
            <a:ext cx="12192000" cy="981777"/>
          </a:xfrm>
          <a:prstGeom prst="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503680" y="86077"/>
            <a:ext cx="1052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手続きの締め切り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BD34B0-4C4A-3124-6857-330A4CB128EE}"/>
              </a:ext>
            </a:extLst>
          </p:cNvPr>
          <p:cNvSpPr txBox="1"/>
          <p:nvPr/>
        </p:nvSpPr>
        <p:spPr>
          <a:xfrm>
            <a:off x="629960" y="1227408"/>
            <a:ext cx="106781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上記の手続きをメンバー全員</a:t>
            </a:r>
            <a:r>
              <a:rPr lang="en-US" altLang="ja-JP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6</a:t>
            </a:r>
            <a:r>
              <a:rPr lang="ja-JP" altLang="en-US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月</a:t>
            </a:r>
            <a:r>
              <a:rPr lang="en-US" altLang="ja-JP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16</a:t>
            </a:r>
            <a:r>
              <a:rPr lang="ja-JP" altLang="en-US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日</a:t>
            </a:r>
            <a:r>
              <a:rPr lang="en-US" altLang="ja-JP" sz="3600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までに終わらせるようにしてください。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併せてチームリーダーの方は、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Google</a:t>
            </a:r>
            <a:r>
              <a:rPr lang="ja-JP" altLang="en-US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フォーム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(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hlinkClick r:id="rId2"/>
              </a:rPr>
              <a:t>https://forms.gle/qUdm11TXXfwUe3529</a:t>
            </a:r>
            <a:r>
              <a:rPr lang="en-US" altLang="ja-JP" sz="3600" u="sng" dirty="0">
                <a:solidFill>
                  <a:srgbClr val="FF00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)</a:t>
            </a:r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までチーム情報を連絡してください。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817788-025C-0123-E352-A78FD9F873C6}"/>
              </a:ext>
            </a:extLst>
          </p:cNvPr>
          <p:cNvSpPr txBox="1"/>
          <p:nvPr/>
        </p:nvSpPr>
        <p:spPr>
          <a:xfrm>
            <a:off x="629960" y="4365841"/>
            <a:ext cx="106781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なお、</a:t>
            </a:r>
            <a:r>
              <a:rPr lang="ja-JP" altLang="en-US" sz="3600" b="1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大会関連の手続きは期限厳守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です。</a:t>
            </a:r>
            <a:r>
              <a:rPr lang="ja-JP" altLang="en-US" sz="3600" b="1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指示があったら、至急取り組む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よう心掛けてください。</a:t>
            </a:r>
            <a:r>
              <a:rPr lang="ja-JP" altLang="en-US" sz="3600" b="1" u="sng" dirty="0">
                <a:solidFill>
                  <a:srgbClr val="FF0000"/>
                </a:solidFill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手続きの遅れ、忘れなどは原則対処不可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です。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09337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BC6F53C-AE89-4240-A5A1-CFFA95F0DDEF}"/>
              </a:ext>
            </a:extLst>
          </p:cNvPr>
          <p:cNvSpPr/>
          <p:nvPr/>
        </p:nvSpPr>
        <p:spPr>
          <a:xfrm>
            <a:off x="0" y="-30480"/>
            <a:ext cx="12192000" cy="981777"/>
          </a:xfrm>
          <a:prstGeom prst="rect">
            <a:avLst/>
          </a:prstGeom>
          <a:solidFill>
            <a:srgbClr val="FF65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A57D2B-855D-4E69-A204-5D21A41982C2}"/>
              </a:ext>
            </a:extLst>
          </p:cNvPr>
          <p:cNvSpPr txBox="1"/>
          <p:nvPr/>
        </p:nvSpPr>
        <p:spPr>
          <a:xfrm>
            <a:off x="1503680" y="75389"/>
            <a:ext cx="10527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4800" b="1" dirty="0">
                <a:solidFill>
                  <a:schemeClr val="bg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その他の手続き・連絡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BD34B0-4C4A-3124-6857-330A4CB128EE}"/>
              </a:ext>
            </a:extLst>
          </p:cNvPr>
          <p:cNvSpPr txBox="1"/>
          <p:nvPr/>
        </p:nvSpPr>
        <p:spPr>
          <a:xfrm>
            <a:off x="629960" y="1196928"/>
            <a:ext cx="106781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こ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の他にも、詳細な個人情報の追加、大会システムへのアカウント案内など、大会出場に必要な手続きや連絡があります。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詳細は分かり次第、オープンチャットで連絡しますので、お待ちください。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8C90317-3B1E-49BC-0D2F-9735DA66B858}"/>
              </a:ext>
            </a:extLst>
          </p:cNvPr>
          <p:cNvSpPr txBox="1"/>
          <p:nvPr/>
        </p:nvSpPr>
        <p:spPr>
          <a:xfrm>
            <a:off x="629959" y="5744306"/>
            <a:ext cx="106781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【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問い合わせ</a:t>
            </a:r>
            <a:r>
              <a:rPr lang="en-US" altLang="ja-JP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】</a:t>
            </a:r>
            <a:r>
              <a:rPr lang="ja-JP" altLang="en-US" sz="3600" dirty="0">
                <a:effectLst/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</a:t>
            </a:r>
            <a:r>
              <a:rPr lang="en-US" altLang="ja-JP" sz="3600" dirty="0"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meijiicpc23@gmail.com</a:t>
            </a:r>
            <a:endParaRPr lang="en-US" altLang="ja-JP" sz="3600" dirty="0">
              <a:effectLst/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90235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2713</TotalTime>
  <Words>806</Words>
  <Application>Microsoft Office PowerPoint</Application>
  <PresentationFormat>ワイド画面</PresentationFormat>
  <Paragraphs>57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20" baseType="lpstr">
      <vt:lpstr>ＭＳ Ｐゴシック</vt:lpstr>
      <vt:lpstr>ＭＳ ゴシック</vt:lpstr>
      <vt:lpstr>游ゴシック</vt:lpstr>
      <vt:lpstr>游ゴシック Light</vt:lpstr>
      <vt:lpstr>Arial</vt:lpstr>
      <vt:lpstr>Arial Black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西郷 智博</dc:creator>
  <cp:lastModifiedBy>智博 西郷</cp:lastModifiedBy>
  <cp:revision>51</cp:revision>
  <dcterms:created xsi:type="dcterms:W3CDTF">2021-12-06T17:38:20Z</dcterms:created>
  <dcterms:modified xsi:type="dcterms:W3CDTF">2024-08-19T22:37:32Z</dcterms:modified>
</cp:coreProperties>
</file>