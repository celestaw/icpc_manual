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90" r:id="rId2"/>
    <p:sldId id="323" r:id="rId3"/>
    <p:sldId id="325" r:id="rId4"/>
    <p:sldId id="331" r:id="rId5"/>
    <p:sldId id="300" r:id="rId6"/>
    <p:sldId id="318" r:id="rId7"/>
    <p:sldId id="316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FF"/>
    <a:srgbClr val="FF6565"/>
    <a:srgbClr val="000000"/>
    <a:srgbClr val="FFFFF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9" autoAdjust="0"/>
    <p:restoredTop sz="93834" autoAdjust="0"/>
  </p:normalViewPr>
  <p:slideViewPr>
    <p:cSldViewPr snapToGrid="0">
      <p:cViewPr varScale="1">
        <p:scale>
          <a:sx n="63" d="100"/>
          <a:sy n="63" d="100"/>
        </p:scale>
        <p:origin x="7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60513-74A9-42CE-9805-080885499EC3}" type="datetimeFigureOut">
              <a:rPr kumimoji="1" lang="ja-JP" altLang="en-US" smtClean="0"/>
              <a:t>2024/6/5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381F15-EB55-40DF-A2EE-873A665078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9432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81F15-EB55-40DF-A2EE-873A6650784F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1545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81F15-EB55-40DF-A2EE-873A6650784F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9949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05AAEC-4470-4845-AE46-89BA130CB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C334C9D-98B0-4BA4-AD34-7B354BB1B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75A082-75D3-4036-B383-807B8F653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2024/6/5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676EBB-196A-42B4-9D7A-DDEB15ADF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41BC1A-B4BC-47F0-BC99-E5B6990B2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2607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3C2936-2758-4BDA-93B7-D18A617DE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53FBC88-C681-4C6B-9CB7-3B6A2A5F5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29ACF2-1C4F-4BFA-840A-735B029FB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2024/6/5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D59479-6C86-46A1-8A7B-766F3037C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31FA98-4F7A-4198-9C84-17FB8F1FA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6568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D19F7F-3634-4669-A58A-792C02831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D2ADA8-DA0A-407B-A8EE-27A5B84DA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E3F33D-3BC1-45EB-9063-8E578CC2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2024/6/5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DB278D-94D0-46B5-9ADB-BE070DF0A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D99168-01C2-4204-80ED-2797DA01D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7452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12FB06-4B28-4D11-B18D-F6FC3495D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CBB7C0-6082-49BD-9CBA-37271E0041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C32DF22-AF08-4260-B488-A6196009D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95C6BD-7A81-4492-B47F-4B5A6A9BA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2024/6/5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A3AC3C6-0514-4158-A4FF-F95AEDB4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69FE79D-2B23-4ACB-84B1-271F7CE39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7256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9420A4-80D4-4514-91AF-B1A106DC9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4492C0-9657-48F8-85AD-1CA9B0358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C719D5-876A-4294-B64D-0D42EDF77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F75C189-9A3C-4E76-BAF8-3ED824026D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B693870-317A-46D2-9988-60A91DAD5C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CC90A14-31BD-480A-9289-5EAE4776E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2024/6/5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17F540C-9647-4CB4-8627-26FDAD9E6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65689C8-F45B-4E63-959E-792CA6F4F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8322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DF3DAE-4CC6-429D-9C2F-3A71AC343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1912889-31B5-4CF6-89CD-75DA9D517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2024/6/5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35759DC-34F8-46EC-B356-D3AAF4CCD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7D5ED12-9A4D-47A1-BC16-FE5E9416C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1871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1E2F18F-64C9-41AD-BA28-343E47DC5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2024/6/5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2D796EA-8C49-44AD-AD72-37FC00B45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E027FF-22EE-436A-B215-704F3EAE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9801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24E06A-3B06-4145-85C4-2F9721A08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5F25C2-C1AE-4912-8A15-82ED6E4C3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6B9E2F4-2295-4281-A7E3-8C87EF59D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B0F3391-F424-4380-ACAE-92841749D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2024/6/5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F67CFE-880C-4B53-9874-C9C3B545B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D26D88-C1E9-4D20-BD5F-BB4FD3AE2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4389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996F90-5262-4447-B4FF-885FEA2D5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BC953CB-4A19-44C6-B09B-5982595F37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C1493EF-14D4-44EC-BEF5-C2E6E1AC5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8B4948-FC1E-4BE7-9E5E-15A0B008F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2024/6/5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F9ECD9D-8956-473F-B71E-C6BF35FAA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885F65-D82A-4D9A-898A-3AD1CA9B6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6593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785E85-4253-42D1-8263-2FF33A974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38A1074-A475-4F4C-8916-DE601565FF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FCC058-C015-4796-BA33-55494751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2024/6/5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29EB10-E39A-4BA0-AF73-A5B991031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B6D7AC-0097-41F7-B79B-A3A730BB2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2457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FFFD1DF-E550-4604-8692-0093E1FFC3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E7FDD83-9D08-4480-A2DF-5243C76132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4DADA8-EA6A-4E88-AD32-0A53DA33C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2024/6/5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D519DE-030E-4F70-AFEF-2F7CEB517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8CBC7E-FFF0-498E-9D2B-AA4AD0BF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6153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5AEED6C-07B3-46E5-8973-C5E57DF36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C300E87-E74B-47E0-B627-839793374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059F15-5503-4469-ADF3-FB8DA22DFE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2EFFF-6B0B-44CE-BE44-9E28E43AA347}" type="datetimeFigureOut">
              <a:rPr kumimoji="1" lang="ja-JP" altLang="en-US" smtClean="0"/>
              <a:t>2024/6/5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696932-B987-4999-BDA0-814D4127E2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804F7B-2131-4A50-B911-10FBC2275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9902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16DEBF2-508B-4981-AB9D-7A6C554A5D5F}"/>
              </a:ext>
            </a:extLst>
          </p:cNvPr>
          <p:cNvSpPr txBox="1"/>
          <p:nvPr/>
        </p:nvSpPr>
        <p:spPr>
          <a:xfrm>
            <a:off x="-52049" y="0"/>
            <a:ext cx="12296098" cy="144655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ja-JP" sz="88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ea typeface="ＭＳ ゴシック" panose="020B0609070205080204" pitchFamily="49" charset="-128"/>
              </a:rPr>
              <a:t>ICPC2024 </a:t>
            </a:r>
            <a:r>
              <a:rPr lang="ja-JP" altLang="en-US" sz="8800" b="1" dirty="0">
                <a:ln w="0">
                  <a:solidFill>
                    <a:schemeClr val="tx1"/>
                  </a:solidFill>
                </a:ln>
                <a:solidFill>
                  <a:schemeClr val="accent4"/>
                </a:solidFill>
                <a:latin typeface="Arial Black" panose="020B0A04020102020204" pitchFamily="34" charset="0"/>
                <a:ea typeface="ＭＳ ゴシック" panose="020B0609070205080204" pitchFamily="49" charset="-128"/>
              </a:rPr>
              <a:t>の</a:t>
            </a:r>
            <a:r>
              <a:rPr lang="ja-JP" altLang="en-US" sz="8800" b="1" dirty="0">
                <a:ln w="0">
                  <a:solidFill>
                    <a:schemeClr val="tx1"/>
                  </a:solidFill>
                </a:ln>
                <a:solidFill>
                  <a:srgbClr val="00B0F0"/>
                </a:solidFill>
                <a:latin typeface="Arial Black" panose="020B0A04020102020204" pitchFamily="34" charset="0"/>
                <a:ea typeface="ＭＳ ゴシック" panose="020B0609070205080204" pitchFamily="49" charset="-128"/>
              </a:rPr>
              <a:t>ご案内</a:t>
            </a:r>
            <a:endParaRPr lang="en-US" altLang="ja-JP" sz="8800" b="1" dirty="0">
              <a:ln w="0">
                <a:solidFill>
                  <a:schemeClr val="tx1"/>
                </a:solidFill>
              </a:ln>
              <a:solidFill>
                <a:srgbClr val="00B0F0"/>
              </a:solidFill>
              <a:latin typeface="Arial Black" panose="020B0A04020102020204" pitchFamily="34" charset="0"/>
              <a:ea typeface="ＭＳ ゴシック" panose="020B0609070205080204" pitchFamily="49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388C65F-FEC5-F905-766E-3FACA19205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640" y="1446550"/>
            <a:ext cx="7030720" cy="527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498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58EB8A8-58FD-7044-5144-11BF897488E2}"/>
              </a:ext>
            </a:extLst>
          </p:cNvPr>
          <p:cNvSpPr txBox="1"/>
          <p:nvPr/>
        </p:nvSpPr>
        <p:spPr>
          <a:xfrm>
            <a:off x="739150" y="1859339"/>
            <a:ext cx="107137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6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皆さんは</a:t>
            </a:r>
            <a:endParaRPr lang="en-US" altLang="ja-JP" sz="6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ja-JP" altLang="en-US" sz="66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競技プログラミング</a:t>
            </a:r>
            <a:endParaRPr lang="en-US" altLang="ja-JP" sz="6600" b="1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ja-JP" altLang="en-US" sz="6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をご存じですか？</a:t>
            </a:r>
            <a:endParaRPr lang="en-US" altLang="ja-JP" sz="60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73399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競技プログラミングとは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26C83BC-F033-7C2E-9686-1200C181C3BF}"/>
              </a:ext>
            </a:extLst>
          </p:cNvPr>
          <p:cNvSpPr txBox="1"/>
          <p:nvPr/>
        </p:nvSpPr>
        <p:spPr>
          <a:xfrm>
            <a:off x="350540" y="1217248"/>
            <a:ext cx="11841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・参加者全員に同一の問題が出され、制限時間内に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問題の要件を満たすようなプログラムを書いていく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22F1566-9235-5683-7274-926F01D86175}"/>
              </a:ext>
            </a:extLst>
          </p:cNvPr>
          <p:cNvSpPr txBox="1"/>
          <p:nvPr/>
        </p:nvSpPr>
        <p:spPr>
          <a:xfrm>
            <a:off x="350540" y="2787529"/>
            <a:ext cx="1184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・解けた問題の多さ、解くのに掛かった時間で競う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E8ADF66-56B9-940C-309E-7529E9E578D2}"/>
              </a:ext>
            </a:extLst>
          </p:cNvPr>
          <p:cNvSpPr txBox="1"/>
          <p:nvPr/>
        </p:nvSpPr>
        <p:spPr>
          <a:xfrm>
            <a:off x="350540" y="3803812"/>
            <a:ext cx="11841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・問題に使うアルゴリズムを素早く組み立てる力、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正確に実装する力が求められる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52131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ICPC</a:t>
            </a:r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とは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26C83BC-F033-7C2E-9686-1200C181C3BF}"/>
              </a:ext>
            </a:extLst>
          </p:cNvPr>
          <p:cNvSpPr txBox="1"/>
          <p:nvPr/>
        </p:nvSpPr>
        <p:spPr>
          <a:xfrm>
            <a:off x="350540" y="1217248"/>
            <a:ext cx="1184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・国際大学対抗プログラミングコンテストの略</a:t>
            </a:r>
            <a:endParaRPr lang="en-US" altLang="ja-JP" sz="32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97FBA69-F940-CBE0-34A9-8720CAAC7242}"/>
              </a:ext>
            </a:extLst>
          </p:cNvPr>
          <p:cNvSpPr txBox="1"/>
          <p:nvPr/>
        </p:nvSpPr>
        <p:spPr>
          <a:xfrm>
            <a:off x="496914" y="4942992"/>
            <a:ext cx="6263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就活や研究室面接に使う強み</a:t>
            </a:r>
            <a:endParaRPr lang="en-US" altLang="ja-JP" sz="3600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3F4C00E-A8D3-0028-D90A-556CA3C2703C}"/>
              </a:ext>
            </a:extLst>
          </p:cNvPr>
          <p:cNvSpPr txBox="1"/>
          <p:nvPr/>
        </p:nvSpPr>
        <p:spPr>
          <a:xfrm>
            <a:off x="350540" y="2099050"/>
            <a:ext cx="1184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・同大学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大学院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の三人一組のチームによる対抗戦</a:t>
            </a:r>
            <a:endParaRPr lang="en-US" altLang="ja-JP" sz="32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AFE47AD-12FD-46FB-C540-297A26A127A3}"/>
              </a:ext>
            </a:extLst>
          </p:cNvPr>
          <p:cNvSpPr txBox="1"/>
          <p:nvPr/>
        </p:nvSpPr>
        <p:spPr>
          <a:xfrm>
            <a:off x="350540" y="2980852"/>
            <a:ext cx="11841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・成績上位のチームは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10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月のアジア予選へ招待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　→昨年度明治大学からも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チーム出場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!</a:t>
            </a:r>
            <a:endParaRPr lang="en-US" altLang="ja-JP" sz="32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7F8DEC2-0CF1-8B56-5579-6CB2F291670D}"/>
              </a:ext>
            </a:extLst>
          </p:cNvPr>
          <p:cNvSpPr txBox="1"/>
          <p:nvPr/>
        </p:nvSpPr>
        <p:spPr>
          <a:xfrm>
            <a:off x="5638800" y="5739584"/>
            <a:ext cx="538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実装する力の強化</a:t>
            </a:r>
            <a:endParaRPr lang="en-US" altLang="ja-JP" sz="3600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79683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大会開催日時・場所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26C83BC-F033-7C2E-9686-1200C181C3BF}"/>
              </a:ext>
            </a:extLst>
          </p:cNvPr>
          <p:cNvSpPr txBox="1"/>
          <p:nvPr/>
        </p:nvSpPr>
        <p:spPr>
          <a:xfrm>
            <a:off x="350540" y="1217248"/>
            <a:ext cx="118414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開催日時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: 7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月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5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日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金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 16:30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～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19:30</a:t>
            </a:r>
          </a:p>
          <a:p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開催場所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: 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理工学部第二校舎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6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号館 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3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階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　　　　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ハードウェア実習室、ソフトウェア実習室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</a:p>
          <a:p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集合日時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: 7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月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5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日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金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 15:30</a:t>
            </a:r>
            <a:endParaRPr lang="en-US" altLang="ja-JP" sz="32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F3ED96F0-F8DC-723A-7011-728BC9DC8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143" y="3749039"/>
            <a:ext cx="5781857" cy="3070719"/>
          </a:xfrm>
          <a:prstGeom prst="rect">
            <a:avLst/>
          </a:prstGeom>
        </p:spPr>
      </p:pic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EDE6B57D-493C-6F58-A3F7-BA207DDB4D8A}"/>
              </a:ext>
            </a:extLst>
          </p:cNvPr>
          <p:cNvSpPr/>
          <p:nvPr/>
        </p:nvSpPr>
        <p:spPr>
          <a:xfrm>
            <a:off x="7911431" y="4328160"/>
            <a:ext cx="531529" cy="54087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1FD9C24-3FEB-08C4-FA42-1C349CF5DB2C}"/>
              </a:ext>
            </a:extLst>
          </p:cNvPr>
          <p:cNvSpPr txBox="1"/>
          <p:nvPr/>
        </p:nvSpPr>
        <p:spPr>
          <a:xfrm>
            <a:off x="350539" y="5552000"/>
            <a:ext cx="5603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大学内でトップ</a:t>
            </a:r>
            <a:r>
              <a:rPr lang="en-US" altLang="ja-JP" sz="24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3</a:t>
            </a:r>
            <a:r>
              <a:rPr lang="ja-JP" altLang="en-US" sz="24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となったチームには、</a:t>
            </a:r>
            <a:endParaRPr lang="en-US" altLang="ja-JP" sz="2400" dirty="0">
              <a:solidFill>
                <a:srgbClr val="FF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ja-JP" altLang="en-US" sz="24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副賞をご用意しています！</a:t>
            </a:r>
            <a:endParaRPr lang="en-US" altLang="ja-JP" sz="2400" dirty="0">
              <a:solidFill>
                <a:srgbClr val="FF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11763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ICPC</a:t>
            </a:r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参加説明会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3E89AA7-79CC-5C73-A818-05318C3ACA4A}"/>
              </a:ext>
            </a:extLst>
          </p:cNvPr>
          <p:cNvSpPr txBox="1"/>
          <p:nvPr/>
        </p:nvSpPr>
        <p:spPr>
          <a:xfrm>
            <a:off x="1181110" y="1339168"/>
            <a:ext cx="98297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開催日時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: 6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月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6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日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木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 12:45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～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13:10</a:t>
            </a:r>
          </a:p>
          <a:p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開催場所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: 6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号館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5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階 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6517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教室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99CCD8D-8873-83D3-859D-D1F28998DC7B}"/>
              </a:ext>
            </a:extLst>
          </p:cNvPr>
          <p:cNvSpPr txBox="1"/>
          <p:nvPr/>
        </p:nvSpPr>
        <p:spPr>
          <a:xfrm>
            <a:off x="350540" y="3450885"/>
            <a:ext cx="11841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三人一組でなくても大丈夫です！</a:t>
            </a:r>
            <a:endParaRPr lang="en-US" altLang="ja-JP" sz="3600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気軽にお越しください！</a:t>
            </a:r>
            <a:endParaRPr lang="en-US" altLang="ja-JP" sz="3600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00014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お問い合わせ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3B0E64A-3103-5F0B-09DA-8383C88A2CAE}"/>
              </a:ext>
            </a:extLst>
          </p:cNvPr>
          <p:cNvSpPr txBox="1"/>
          <p:nvPr/>
        </p:nvSpPr>
        <p:spPr>
          <a:xfrm>
            <a:off x="1471935" y="1364605"/>
            <a:ext cx="924813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4400" kern="1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t>学生代表　西郷智博</a:t>
            </a:r>
            <a:r>
              <a:rPr lang="en-US" altLang="ja-JP" sz="4400" kern="1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t>(</a:t>
            </a:r>
            <a:r>
              <a:rPr lang="ja-JP" altLang="ja-JP" sz="4400" kern="1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t>情報科学科</a:t>
            </a:r>
            <a:r>
              <a:rPr lang="en-US" altLang="ja-JP" sz="4400" kern="1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t>4</a:t>
            </a:r>
            <a:r>
              <a:rPr lang="ja-JP" altLang="ja-JP" sz="4400" kern="1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t>年</a:t>
            </a:r>
            <a:r>
              <a:rPr lang="en-US" altLang="ja-JP" sz="4400" kern="1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t>)</a:t>
            </a:r>
          </a:p>
          <a:p>
            <a:r>
              <a:rPr lang="ja-JP" altLang="ja-JP" sz="4400" kern="1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t>【</a:t>
            </a:r>
            <a:r>
              <a:rPr lang="en-US" altLang="ja-JP" sz="4400" kern="1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t>e-mail</a:t>
            </a:r>
            <a:r>
              <a:rPr lang="ja-JP" altLang="ja-JP" sz="4400" kern="1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t>】 </a:t>
            </a:r>
            <a:r>
              <a:rPr lang="en-US" altLang="ja-JP" sz="4400" kern="1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t>meijiicpc23@gmail.com</a:t>
            </a:r>
            <a:endParaRPr lang="ja-JP" altLang="ja-JP" sz="4400" kern="100" dirty="0"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  <a:cs typeface="Times New Roman" panose="02020603050405020304" pitchFamily="18" charset="0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DE0CAD6-99D9-C5F4-B01B-BD29BC8AE4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935" y="3754120"/>
            <a:ext cx="2941320" cy="294132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07A536B-0D3C-C23B-A871-2741D3AA9866}"/>
              </a:ext>
            </a:extLst>
          </p:cNvPr>
          <p:cNvSpPr txBox="1"/>
          <p:nvPr/>
        </p:nvSpPr>
        <p:spPr>
          <a:xfrm>
            <a:off x="1471935" y="3013501"/>
            <a:ext cx="29413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参加者向け</a:t>
            </a:r>
            <a:endParaRPr lang="en-US" altLang="ja-JP" sz="2400" dirty="0">
              <a:solidFill>
                <a:srgbClr val="FF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ja-JP" altLang="en-US" sz="24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オープンチャット</a:t>
            </a:r>
            <a:endParaRPr lang="en-US" altLang="ja-JP" sz="2400" dirty="0">
              <a:solidFill>
                <a:srgbClr val="FF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DC64E7F-7837-38A1-A0F5-102B87314D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447" y="3754120"/>
            <a:ext cx="2941320" cy="294132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8BFD49E-E709-2CAF-F58C-C5EBD9DD3EDC}"/>
              </a:ext>
            </a:extLst>
          </p:cNvPr>
          <p:cNvSpPr txBox="1"/>
          <p:nvPr/>
        </p:nvSpPr>
        <p:spPr>
          <a:xfrm>
            <a:off x="6845447" y="3013500"/>
            <a:ext cx="2941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X(</a:t>
            </a:r>
            <a:r>
              <a:rPr lang="ja-JP" altLang="en-US" sz="24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旧</a:t>
            </a:r>
            <a:r>
              <a:rPr lang="en-US" altLang="ja-JP" sz="24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Twitter)</a:t>
            </a:r>
          </a:p>
        </p:txBody>
      </p:sp>
    </p:spTree>
    <p:extLst>
      <p:ext uri="{BB962C8B-B14F-4D97-AF65-F5344CB8AC3E}">
        <p14:creationId xmlns:p14="http://schemas.microsoft.com/office/powerpoint/2010/main" val="3873604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3467</TotalTime>
  <Words>261</Words>
  <Application>Microsoft Office PowerPoint</Application>
  <PresentationFormat>ワイド画面</PresentationFormat>
  <Paragraphs>40</Paragraphs>
  <Slides>7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4" baseType="lpstr">
      <vt:lpstr>ＭＳ Ｐゴシック</vt:lpstr>
      <vt:lpstr>ＭＳ ゴシック</vt:lpstr>
      <vt:lpstr>游ゴシック</vt:lpstr>
      <vt:lpstr>游ゴシック Light</vt:lpstr>
      <vt:lpstr>Arial</vt:lpstr>
      <vt:lpstr>Arial Black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西郷 智博</dc:creator>
  <cp:lastModifiedBy>智博 西郷</cp:lastModifiedBy>
  <cp:revision>58</cp:revision>
  <dcterms:created xsi:type="dcterms:W3CDTF">2021-12-06T17:38:20Z</dcterms:created>
  <dcterms:modified xsi:type="dcterms:W3CDTF">2024-06-05T09:57:54Z</dcterms:modified>
</cp:coreProperties>
</file>