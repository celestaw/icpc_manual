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9" r:id="rId2"/>
    <p:sldId id="307" r:id="rId3"/>
    <p:sldId id="324" r:id="rId4"/>
    <p:sldId id="327" r:id="rId5"/>
    <p:sldId id="325" r:id="rId6"/>
    <p:sldId id="328" r:id="rId7"/>
    <p:sldId id="326" r:id="rId8"/>
    <p:sldId id="329" r:id="rId9"/>
    <p:sldId id="331" r:id="rId10"/>
    <p:sldId id="332" r:id="rId11"/>
    <p:sldId id="323" r:id="rId12"/>
    <p:sldId id="31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00"/>
    <a:srgbClr val="9966FF"/>
    <a:srgbClr val="FF6565"/>
    <a:srgbClr val="0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3834" autoAdjust="0"/>
  </p:normalViewPr>
  <p:slideViewPr>
    <p:cSldViewPr snapToGrid="0">
      <p:cViewPr varScale="1">
        <p:scale>
          <a:sx n="63" d="100"/>
          <a:sy n="63" d="100"/>
        </p:scale>
        <p:origin x="7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3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12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857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117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413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875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838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774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603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3767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013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545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AAEC-4470-4845-AE46-89BA130C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334C9D-98B0-4BA4-AD34-7B354BB1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5A082-75D3-4036-B383-807B8F65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76EBB-196A-42B4-9D7A-DDEB15A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1BC1A-B4BC-47F0-BC99-E5B6990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C2936-2758-4BDA-93B7-D18A617D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FBC88-C681-4C6B-9CB7-3B6A2A5F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9ACF2-1C4F-4BFA-840A-735B029F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59479-6C86-46A1-8A7B-766F303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1FA98-4F7A-4198-9C84-17FB8F1F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56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19F7F-3634-4669-A58A-792C028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2ADA8-DA0A-407B-A8EE-27A5B84D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3F33D-3BC1-45EB-9063-8E578CC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278D-94D0-46B5-9ADB-BE070DF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99168-01C2-4204-80ED-2797DA01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45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FB06-4B28-4D11-B18D-F6FC34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BB7C0-6082-49BD-9CBA-37271E004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32DF22-AF08-4260-B488-A6196009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5C6BD-7A81-4492-B47F-4B5A6A9B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AC3C6-0514-4158-A4FF-F95AED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9FE79D-2B23-4ACB-84B1-271F7CE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2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420A4-80D4-4514-91AF-B1A106D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492C0-9657-48F8-85AD-1CA9B035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C719D5-876A-4294-B64D-0D42EDF77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5C189-9A3C-4E76-BAF8-3ED82402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693870-317A-46D2-9988-60A91DA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C90A14-31BD-480A-9289-5EAE477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F540C-9647-4CB4-8627-26FDAD9E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5689C8-F45B-4E63-959E-792CA6F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F3DAE-4CC6-429D-9C2F-3A71AC3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912889-31B5-4CF6-89CD-75DA9D51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5759DC-34F8-46EC-B356-D3AAF4CC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D5ED12-9A4D-47A1-BC16-FE5E941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7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E2F18F-64C9-41AD-BA28-343E47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796EA-8C49-44AD-AD72-37FC00B4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027FF-22EE-436A-B215-704F3EA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80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4E06A-3B06-4145-85C4-2F9721A0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25C2-C1AE-4912-8A15-82ED6E4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B9E2F4-2295-4281-A7E3-8C87EF59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3391-F424-4380-ACAE-92841749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67CFE-880C-4B53-9874-C9C3B545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26D88-C1E9-4D20-BD5F-BB4FD3A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3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6F90-5262-4447-B4FF-885FEA2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C953CB-4A19-44C6-B09B-5982595F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1493EF-14D4-44EC-BEF5-C2E6E1AC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B4948-FC1E-4BE7-9E5E-15A0B008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ECD9D-8956-473F-B71E-C6BF35FA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85F65-D82A-4D9A-898A-3AD1CA9B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5E85-4253-42D1-8263-2FF33A97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A1074-A475-4F4C-8916-DE60156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CC058-C015-4796-BA33-5549475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9EB10-E39A-4BA0-AF73-A5B9910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D7AC-0097-41F7-B79B-A3A730BB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FFD1DF-E550-4604-8692-0093E1FF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FDD83-9D08-4480-A2DF-5243C76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DADA8-EA6A-4E88-AD32-0A53DA33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519DE-030E-4F70-AFEF-2F7CEB51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CBC7E-FFF0-498E-9D2B-AA4AD0BF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5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AEED6C-07B3-46E5-8973-C5E57DF3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0E87-E74B-47E0-B627-83979337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059F15-5503-4469-ADF3-FB8DA22DF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6932-B987-4999-BDA0-814D4127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04F7B-2131-4A50-B911-10FBC227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75270" y="1205314"/>
            <a:ext cx="11841460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39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閉会式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4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-ICPC20</a:t>
            </a:r>
            <a:r>
              <a:rPr lang="en-US" altLang="ja-JP" sz="4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24 Meiji University-</a:t>
            </a:r>
            <a:endParaRPr lang="en-US" altLang="ja-JP" sz="4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995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表彰について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026686"/>
            <a:ext cx="114909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優勝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		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図書カード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3000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</a:p>
          <a:p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準優勝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図書カード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2000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</a:p>
          <a:p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図書カード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1000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</a:p>
          <a:p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ピタリ賞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全体順位予想が最も近かったチーム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		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当日のお楽しみ</a:t>
            </a:r>
            <a:endParaRPr lang="en-US" altLang="ja-JP" sz="3600" dirty="0">
              <a:solidFill>
                <a:srgbClr val="9966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A451C43-8760-4C34-B4B5-789A1981543F}"/>
              </a:ext>
            </a:extLst>
          </p:cNvPr>
          <p:cNvSpPr txBox="1"/>
          <p:nvPr/>
        </p:nvSpPr>
        <p:spPr>
          <a:xfrm>
            <a:off x="350539" y="5552000"/>
            <a:ext cx="11490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但し、副賞授与は最低</a:t>
            </a:r>
            <a:r>
              <a:rPr lang="en-US" altLang="ja-JP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問正答したこと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条件です。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ピタリ賞は</a:t>
            </a:r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チーム以上発生した場合、より順位の高いチームに授与します。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4254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544914"/>
            <a:ext cx="82296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39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3</a:t>
            </a:r>
            <a:r>
              <a:rPr lang="ja-JP" altLang="en-US" sz="239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位</a:t>
            </a:r>
            <a:endParaRPr lang="en-US" altLang="ja-JP" sz="44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8758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402674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2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3</a:t>
            </a:r>
            <a:r>
              <a:rPr lang="ja-JP" altLang="en-US" sz="72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位</a:t>
            </a:r>
            <a:endParaRPr lang="en-US" altLang="ja-JP" sz="16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C8F858-A048-801D-7075-BC2D69B1C8AA}"/>
              </a:ext>
            </a:extLst>
          </p:cNvPr>
          <p:cNvSpPr txBox="1"/>
          <p:nvPr/>
        </p:nvSpPr>
        <p:spPr>
          <a:xfrm>
            <a:off x="1981200" y="1835234"/>
            <a:ext cx="8229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5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ZEN_KAN</a:t>
            </a:r>
            <a:endParaRPr lang="en-US" altLang="ja-JP" sz="28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282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879600" y="788754"/>
            <a:ext cx="8331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準優勝</a:t>
            </a:r>
            <a:endParaRPr lang="en-US" altLang="ja-JP" sz="200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560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402674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準優勝</a:t>
            </a:r>
            <a:endParaRPr lang="en-US" altLang="ja-JP" sz="16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C8F858-A048-801D-7075-BC2D69B1C8AA}"/>
              </a:ext>
            </a:extLst>
          </p:cNvPr>
          <p:cNvSpPr txBox="1"/>
          <p:nvPr/>
        </p:nvSpPr>
        <p:spPr>
          <a:xfrm>
            <a:off x="1981200" y="1835234"/>
            <a:ext cx="8229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5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SKT</a:t>
            </a:r>
            <a:endParaRPr lang="en-US" altLang="ja-JP" sz="28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490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788754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優勝</a:t>
            </a:r>
            <a:endParaRPr lang="en-US" altLang="ja-JP" sz="200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915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402674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優勝</a:t>
            </a:r>
            <a:endParaRPr lang="en-US" altLang="ja-JP" sz="16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C8F858-A048-801D-7075-BC2D69B1C8AA}"/>
              </a:ext>
            </a:extLst>
          </p:cNvPr>
          <p:cNvSpPr txBox="1"/>
          <p:nvPr/>
        </p:nvSpPr>
        <p:spPr>
          <a:xfrm>
            <a:off x="1016000" y="1743794"/>
            <a:ext cx="1016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6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TORA NI TSUBASA</a:t>
            </a:r>
            <a:endParaRPr lang="en-US" altLang="ja-JP" sz="24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532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1197620"/>
            <a:ext cx="8229600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3900" b="1" dirty="0">
                <a:solidFill>
                  <a:schemeClr val="accent4">
                    <a:lumMod val="75000"/>
                  </a:schemeClr>
                </a:solidFill>
                <a:latin typeface="HGS教科書体" panose="02020600000000000000" pitchFamily="18" charset="-128"/>
                <a:ea typeface="HGS教科書体" panose="02020600000000000000" pitchFamily="18" charset="-128"/>
              </a:rPr>
              <a:t>ピタリ賞</a:t>
            </a:r>
            <a:endParaRPr lang="en-US" altLang="ja-JP" sz="139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740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C068B0-DBD9-6808-1291-51696761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5117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258E4-1A6F-3A60-4389-8CF8809DAFE7}"/>
              </a:ext>
            </a:extLst>
          </p:cNvPr>
          <p:cNvSpPr txBox="1"/>
          <p:nvPr/>
        </p:nvSpPr>
        <p:spPr>
          <a:xfrm>
            <a:off x="1981200" y="402674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b="1" dirty="0">
                <a:solidFill>
                  <a:schemeClr val="accent4">
                    <a:lumMod val="75000"/>
                  </a:schemeClr>
                </a:solidFill>
                <a:latin typeface="HGS教科書体" panose="02020600000000000000" pitchFamily="18" charset="-128"/>
                <a:ea typeface="HGS教科書体" panose="02020600000000000000" pitchFamily="18" charset="-128"/>
              </a:rPr>
              <a:t>ピタリ賞</a:t>
            </a:r>
            <a:endParaRPr lang="en-US" altLang="ja-JP" sz="16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C8F858-A048-801D-7075-BC2D69B1C8AA}"/>
              </a:ext>
            </a:extLst>
          </p:cNvPr>
          <p:cNvSpPr txBox="1"/>
          <p:nvPr/>
        </p:nvSpPr>
        <p:spPr>
          <a:xfrm>
            <a:off x="1981200" y="1835234"/>
            <a:ext cx="82296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8800" b="1" dirty="0">
                <a:solidFill>
                  <a:schemeClr val="accent4">
                    <a:lumMod val="75000"/>
                  </a:schemeClr>
                </a:solidFill>
                <a:effectLst/>
                <a:latin typeface="HGS教科書体" panose="02020600000000000000" pitchFamily="18" charset="-128"/>
                <a:ea typeface="HGS教科書体" panose="02020600000000000000" pitchFamily="18" charset="-128"/>
              </a:rPr>
              <a:t>TORA NI TSUBASA</a:t>
            </a:r>
            <a:endParaRPr lang="en-US" altLang="ja-JP" sz="20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  <a:p>
            <a:pPr algn="ctr"/>
            <a:endParaRPr lang="en-US" altLang="ja-JP" sz="1600" b="1" dirty="0">
              <a:solidFill>
                <a:schemeClr val="accent4">
                  <a:lumMod val="75000"/>
                </a:schemeClr>
              </a:solidFill>
              <a:effectLst/>
              <a:latin typeface="HGS教科書体" panose="02020600000000000000" pitchFamily="18" charset="-128"/>
              <a:ea typeface="HGS教科書体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60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C5AADC4-2EC2-91D2-48C8-2EF987047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07371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1114151-318B-6639-FA29-F93BFF15953F}"/>
              </a:ext>
            </a:extLst>
          </p:cNvPr>
          <p:cNvSpPr/>
          <p:nvPr/>
        </p:nvSpPr>
        <p:spPr>
          <a:xfrm>
            <a:off x="223520" y="30480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F386BB7-1E41-D1BE-CD12-58728633ECDF}"/>
              </a:ext>
            </a:extLst>
          </p:cNvPr>
          <p:cNvSpPr/>
          <p:nvPr/>
        </p:nvSpPr>
        <p:spPr>
          <a:xfrm>
            <a:off x="223520" y="815932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37604DC-8E12-6BC2-9DDF-04EFD687AEF4}"/>
              </a:ext>
            </a:extLst>
          </p:cNvPr>
          <p:cNvSpPr/>
          <p:nvPr/>
        </p:nvSpPr>
        <p:spPr>
          <a:xfrm>
            <a:off x="223520" y="1601384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76CF2F3-18E2-611C-9B32-F1815CAD78E5}"/>
              </a:ext>
            </a:extLst>
          </p:cNvPr>
          <p:cNvSpPr/>
          <p:nvPr/>
        </p:nvSpPr>
        <p:spPr>
          <a:xfrm>
            <a:off x="223520" y="2386836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D6484E5-E797-3FD1-BBEE-4621F22C10BA}"/>
              </a:ext>
            </a:extLst>
          </p:cNvPr>
          <p:cNvSpPr/>
          <p:nvPr/>
        </p:nvSpPr>
        <p:spPr>
          <a:xfrm>
            <a:off x="223520" y="3172288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7923C53-368F-9EA6-A7FC-D44D600A1906}"/>
              </a:ext>
            </a:extLst>
          </p:cNvPr>
          <p:cNvSpPr/>
          <p:nvPr/>
        </p:nvSpPr>
        <p:spPr>
          <a:xfrm>
            <a:off x="223520" y="3957740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6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3865BA5-77F8-D496-B92C-4BFFF476EE86}"/>
              </a:ext>
            </a:extLst>
          </p:cNvPr>
          <p:cNvSpPr/>
          <p:nvPr/>
        </p:nvSpPr>
        <p:spPr>
          <a:xfrm>
            <a:off x="223520" y="4743192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7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3DC5660-8461-6D05-AD22-8E0691C1DF7F}"/>
              </a:ext>
            </a:extLst>
          </p:cNvPr>
          <p:cNvSpPr/>
          <p:nvPr/>
        </p:nvSpPr>
        <p:spPr>
          <a:xfrm>
            <a:off x="1574800" y="3048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TORA NI TSUBASA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5221876-3853-BAEF-65C4-2B07B792FBDE}"/>
              </a:ext>
            </a:extLst>
          </p:cNvPr>
          <p:cNvSpPr/>
          <p:nvPr/>
        </p:nvSpPr>
        <p:spPr>
          <a:xfrm>
            <a:off x="9001760" y="3048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58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60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4F33FAE-2984-A399-66C1-E3399BA3204F}"/>
              </a:ext>
            </a:extLst>
          </p:cNvPr>
          <p:cNvSpPr/>
          <p:nvPr/>
        </p:nvSpPr>
        <p:spPr>
          <a:xfrm>
            <a:off x="1574800" y="81642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SKT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0768934-E741-0921-914C-B416E55947EC}"/>
              </a:ext>
            </a:extLst>
          </p:cNvPr>
          <p:cNvSpPr/>
          <p:nvPr/>
        </p:nvSpPr>
        <p:spPr>
          <a:xfrm>
            <a:off x="9001760" y="81642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107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91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5D9EA20-B9C2-10AE-445E-19F8C0FBFEC8}"/>
              </a:ext>
            </a:extLst>
          </p:cNvPr>
          <p:cNvSpPr/>
          <p:nvPr/>
        </p:nvSpPr>
        <p:spPr>
          <a:xfrm>
            <a:off x="1574800" y="160236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ZEN_KAN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3EAC2FC-0940-C153-0761-DA06FE7797EE}"/>
              </a:ext>
            </a:extLst>
          </p:cNvPr>
          <p:cNvSpPr/>
          <p:nvPr/>
        </p:nvSpPr>
        <p:spPr>
          <a:xfrm>
            <a:off x="9001760" y="160236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123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(139)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38D8EBC-35DD-8BAA-2AE0-11A31386C4DC}"/>
              </a:ext>
            </a:extLst>
          </p:cNvPr>
          <p:cNvSpPr/>
          <p:nvPr/>
        </p:nvSpPr>
        <p:spPr>
          <a:xfrm>
            <a:off x="1574800" y="238830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SOS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2E52104-353A-94E6-04B9-F8A0F858DC5D}"/>
              </a:ext>
            </a:extLst>
          </p:cNvPr>
          <p:cNvSpPr/>
          <p:nvPr/>
        </p:nvSpPr>
        <p:spPr>
          <a:xfrm>
            <a:off x="9001760" y="238830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133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(54)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34AFB07E-9F32-FC5D-ECDD-8579BD5D9ACE}"/>
              </a:ext>
            </a:extLst>
          </p:cNvPr>
          <p:cNvSpPr/>
          <p:nvPr/>
        </p:nvSpPr>
        <p:spPr>
          <a:xfrm>
            <a:off x="1574800" y="317424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Meisaburou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1A2FC7C-D3A4-48F3-C9B5-A6E7EB7C01A8}"/>
              </a:ext>
            </a:extLst>
          </p:cNvPr>
          <p:cNvSpPr/>
          <p:nvPr/>
        </p:nvSpPr>
        <p:spPr>
          <a:xfrm>
            <a:off x="9001760" y="317424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248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(188)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D9F85CCF-6A14-BE9F-2B23-5DADE7E4642F}"/>
              </a:ext>
            </a:extLst>
          </p:cNvPr>
          <p:cNvSpPr/>
          <p:nvPr/>
        </p:nvSpPr>
        <p:spPr>
          <a:xfrm>
            <a:off x="1574800" y="396018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fifteen girls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94D56BEF-0374-FA4B-CB6E-EA29980ECDDC}"/>
              </a:ext>
            </a:extLst>
          </p:cNvPr>
          <p:cNvSpPr/>
          <p:nvPr/>
        </p:nvSpPr>
        <p:spPr>
          <a:xfrm>
            <a:off x="9001760" y="396018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269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(3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25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F2D0A35-4456-6DB5-7F1C-50CCED22347C}"/>
              </a:ext>
            </a:extLst>
          </p:cNvPr>
          <p:cNvSpPr/>
          <p:nvPr/>
        </p:nvSpPr>
        <p:spPr>
          <a:xfrm>
            <a:off x="1574800" y="474612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 err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Meidai_Char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B4490F9-7F50-E823-6706-E6B46A15F941}"/>
              </a:ext>
            </a:extLst>
          </p:cNvPr>
          <p:cNvSpPr/>
          <p:nvPr/>
        </p:nvSpPr>
        <p:spPr>
          <a:xfrm>
            <a:off x="9001760" y="474612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277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180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DFAF181-F78D-E04E-ED10-36EED2737260}"/>
              </a:ext>
            </a:extLst>
          </p:cNvPr>
          <p:cNvSpPr/>
          <p:nvPr/>
        </p:nvSpPr>
        <p:spPr>
          <a:xfrm>
            <a:off x="223520" y="5528644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8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F3C0E57-391B-33A2-EA12-68B7E7E5A766}"/>
              </a:ext>
            </a:extLst>
          </p:cNvPr>
          <p:cNvSpPr/>
          <p:nvPr/>
        </p:nvSpPr>
        <p:spPr>
          <a:xfrm>
            <a:off x="1574800" y="553206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Segmentation_Faults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DAF65FE-651A-9EDA-F2F2-426C8D88C82C}"/>
              </a:ext>
            </a:extLst>
          </p:cNvPr>
          <p:cNvSpPr/>
          <p:nvPr/>
        </p:nvSpPr>
        <p:spPr>
          <a:xfrm>
            <a:off x="9001760" y="553206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297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266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4EB5BAD-890E-92CA-1374-1601A69D3756}"/>
              </a:ext>
            </a:extLst>
          </p:cNvPr>
          <p:cNvSpPr/>
          <p:nvPr/>
        </p:nvSpPr>
        <p:spPr>
          <a:xfrm>
            <a:off x="223520" y="6314095"/>
            <a:ext cx="93472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9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59EBC42F-BA4A-D163-310C-196D470DFBDD}"/>
              </a:ext>
            </a:extLst>
          </p:cNvPr>
          <p:cNvSpPr/>
          <p:nvPr/>
        </p:nvSpPr>
        <p:spPr>
          <a:xfrm>
            <a:off x="1574800" y="6318000"/>
            <a:ext cx="7193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Aspiring 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Coders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12696B7-AF9A-16C6-608E-E0A55CE59A39}"/>
              </a:ext>
            </a:extLst>
          </p:cNvPr>
          <p:cNvSpPr/>
          <p:nvPr/>
        </p:nvSpPr>
        <p:spPr>
          <a:xfrm>
            <a:off x="9001760" y="6318000"/>
            <a:ext cx="2875280" cy="540000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23</a:t>
            </a:r>
            <a:r>
              <a:rPr kumimoji="1" lang="ja-JP" altLang="en-US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位</a:t>
            </a:r>
            <a:r>
              <a:rPr kumimoji="1" lang="en-US" altLang="ja-JP" sz="36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(150)</a:t>
            </a:r>
            <a:endParaRPr kumimoji="1" lang="en-US" sz="36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140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102188-87B7-B432-CA0A-02566D238729}"/>
              </a:ext>
            </a:extLst>
          </p:cNvPr>
          <p:cNvSpPr txBox="1"/>
          <p:nvPr/>
        </p:nvSpPr>
        <p:spPr>
          <a:xfrm>
            <a:off x="175270" y="2136338"/>
            <a:ext cx="118414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大会に参加してくださった皆様、</a:t>
            </a:r>
            <a:endParaRPr lang="en-US" altLang="ja-JP" sz="5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5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コーチ、監督員、協賛の皆様、</a:t>
            </a:r>
            <a:endParaRPr lang="en-US" altLang="ja-JP" sz="5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5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ありがとうございました。</a:t>
            </a:r>
            <a:endParaRPr lang="en-US" altLang="ja-JP" sz="5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01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3162</TotalTime>
  <Words>236</Words>
  <Application>Microsoft Office PowerPoint</Application>
  <PresentationFormat>ワイド画面</PresentationFormat>
  <Paragraphs>66</Paragraphs>
  <Slides>12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HGS教科書体</vt:lpstr>
      <vt:lpstr>ＭＳ Ｐゴシック</vt:lpstr>
      <vt:lpstr>ＭＳ 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智博 西郷</cp:lastModifiedBy>
  <cp:revision>54</cp:revision>
  <dcterms:created xsi:type="dcterms:W3CDTF">2021-12-06T17:38:20Z</dcterms:created>
  <dcterms:modified xsi:type="dcterms:W3CDTF">2024-08-19T22:39:01Z</dcterms:modified>
</cp:coreProperties>
</file>