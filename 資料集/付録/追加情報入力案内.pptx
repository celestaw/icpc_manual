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0" r:id="rId2"/>
    <p:sldId id="300" r:id="rId3"/>
    <p:sldId id="297" r:id="rId4"/>
    <p:sldId id="298" r:id="rId5"/>
    <p:sldId id="299" r:id="rId6"/>
    <p:sldId id="302" r:id="rId7"/>
    <p:sldId id="303" r:id="rId8"/>
    <p:sldId id="305" r:id="rId9"/>
    <p:sldId id="306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565"/>
    <a:srgbClr val="000000"/>
    <a:srgbClr val="FFFFFF"/>
    <a:srgbClr val="F2F2F2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93834" autoAdjust="0"/>
  </p:normalViewPr>
  <p:slideViewPr>
    <p:cSldViewPr snapToGrid="0">
      <p:cViewPr varScale="1">
        <p:scale>
          <a:sx n="63" d="100"/>
          <a:sy n="63" d="100"/>
        </p:scale>
        <p:origin x="7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60513-74A9-42CE-9805-080885499EC3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81F15-EB55-40DF-A2EE-873A665078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432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71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5AAEC-4470-4845-AE46-89BA130C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334C9D-98B0-4BA4-AD34-7B354BB1B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75A082-75D3-4036-B383-807B8F65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76EBB-196A-42B4-9D7A-DDEB15AD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41BC1A-B4BC-47F0-BC99-E5B6990B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60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C2936-2758-4BDA-93B7-D18A617D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3FBC88-C681-4C6B-9CB7-3B6A2A5F5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29ACF2-1C4F-4BFA-840A-735B029F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D59479-6C86-46A1-8A7B-766F3037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1FA98-4F7A-4198-9C84-17FB8F1F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56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19F7F-3634-4669-A58A-792C0283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D2ADA8-DA0A-407B-A8EE-27A5B84DA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3F33D-3BC1-45EB-9063-8E578CC2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DB278D-94D0-46B5-9ADB-BE070DF0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99168-01C2-4204-80ED-2797DA01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45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2FB06-4B28-4D11-B18D-F6FC34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CBB7C0-6082-49BD-9CBA-37271E004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32DF22-AF08-4260-B488-A6196009D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95C6BD-7A81-4492-B47F-4B5A6A9B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AC3C6-0514-4158-A4FF-F95AEDB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9FE79D-2B23-4ACB-84B1-271F7CE3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25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420A4-80D4-4514-91AF-B1A106D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4492C0-9657-48F8-85AD-1CA9B035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C719D5-876A-4294-B64D-0D42EDF77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75C189-9A3C-4E76-BAF8-3ED824026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693870-317A-46D2-9988-60A91DAD5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C90A14-31BD-480A-9289-5EAE4776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7F540C-9647-4CB4-8627-26FDAD9E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5689C8-F45B-4E63-959E-792CA6F4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32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F3DAE-4CC6-429D-9C2F-3A71AC34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912889-31B5-4CF6-89CD-75DA9D51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5759DC-34F8-46EC-B356-D3AAF4CC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D5ED12-9A4D-47A1-BC16-FE5E9416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87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E2F18F-64C9-41AD-BA28-343E47DC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D796EA-8C49-44AD-AD72-37FC00B4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E027FF-22EE-436A-B215-704F3EAE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80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4E06A-3B06-4145-85C4-2F9721A0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F25C2-C1AE-4912-8A15-82ED6E4C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B9E2F4-2295-4281-A7E3-8C87EF59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0F3391-F424-4380-ACAE-92841749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F67CFE-880C-4B53-9874-C9C3B545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D26D88-C1E9-4D20-BD5F-BB4FD3A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38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96F90-5262-4447-B4FF-885FEA2D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C953CB-4A19-44C6-B09B-5982595F3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1493EF-14D4-44EC-BEF5-C2E6E1AC5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8B4948-FC1E-4BE7-9E5E-15A0B008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9ECD9D-8956-473F-B71E-C6BF35FA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885F65-D82A-4D9A-898A-3AD1CA9B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59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85E85-4253-42D1-8263-2FF33A97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8A1074-A475-4F4C-8916-DE601565F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CC058-C015-4796-BA33-5549475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29EB10-E39A-4BA0-AF73-A5B99103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6D7AC-0097-41F7-B79B-A3A730BB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4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FFD1DF-E550-4604-8692-0093E1FFC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FDD83-9D08-4480-A2DF-5243C761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4DADA8-EA6A-4E88-AD32-0A53DA33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D519DE-030E-4F70-AFEF-2F7CEB51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8CBC7E-FFF0-498E-9D2B-AA4AD0BF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15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AEED6C-07B3-46E5-8973-C5E57DF3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300E87-E74B-47E0-B627-83979337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059F15-5503-4469-ADF3-FB8DA22DF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696932-B987-4999-BDA0-814D4127E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04F7B-2131-4A50-B911-10FBC227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9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cpc.iisf.or.jp/2023-yokohama/registratio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cpc.globa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6DEBF2-508B-4981-AB9D-7A6C554A5D5F}"/>
              </a:ext>
            </a:extLst>
          </p:cNvPr>
          <p:cNvSpPr txBox="1"/>
          <p:nvPr/>
        </p:nvSpPr>
        <p:spPr>
          <a:xfrm>
            <a:off x="368340" y="765394"/>
            <a:ext cx="11455317" cy="304698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ja-JP" sz="9600" b="1" dirty="0">
                <a:ln>
                  <a:solidFill>
                    <a:sysClr val="windowText" lastClr="000000"/>
                  </a:solidFill>
                </a:ln>
                <a:solidFill>
                  <a:srgbClr val="0070C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  <a:ea typeface="ＭＳ ゴシック" panose="020B0609070205080204" pitchFamily="49" charset="-128"/>
              </a:rPr>
              <a:t>ICPC</a:t>
            </a:r>
          </a:p>
          <a:p>
            <a:pPr algn="ctr"/>
            <a:r>
              <a:rPr lang="ja-JP" alt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  <a:ea typeface="ＭＳ ゴシック" panose="020B0609070205080204" pitchFamily="49" charset="-128"/>
              </a:rPr>
              <a:t>追加情報入力の案内</a:t>
            </a:r>
            <a:endParaRPr lang="en-US" altLang="ja-JP" sz="9600" b="1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Arial Black" panose="020B0A04020102020204" pitchFamily="34" charset="0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649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本資料について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057166"/>
            <a:ext cx="114909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本資料は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公式の登録手順より抜粋し、それらをまとめたものとなっております。詳細は以下の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URL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から、公式の情報を併せてご確認ください。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2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32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  <a:hlinkClick r:id="rId3"/>
              </a:rPr>
              <a:t>https://icpc.iisf.or.jp/2023-yokohama/registration/</a:t>
            </a:r>
            <a:r>
              <a:rPr lang="en-US" altLang="ja-JP" sz="32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D178B0-9745-D38E-F722-1190D821F4F5}"/>
              </a:ext>
            </a:extLst>
          </p:cNvPr>
          <p:cNvSpPr txBox="1"/>
          <p:nvPr/>
        </p:nvSpPr>
        <p:spPr>
          <a:xfrm>
            <a:off x="350540" y="4314866"/>
            <a:ext cx="11577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なお、一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度でも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参加されたことのある方は、既に入力されているデータと相違ないか確認するだけで構いません。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176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追加情報入力の手順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756940" y="1288368"/>
            <a:ext cx="106781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①こちらのサイト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  <a:hlinkClick r:id="rId2"/>
              </a:rPr>
              <a:t>https://icpc.global/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LOGIN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」ボタン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を押し、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Username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に登録したメールアドレスを、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Password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に登録したパスワードを入力後、ログインしてください。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2061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追加情報入力の手順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56DC94-A77C-CAC9-8F76-33FA3DC0990B}"/>
              </a:ext>
            </a:extLst>
          </p:cNvPr>
          <p:cNvSpPr txBox="1"/>
          <p:nvPr/>
        </p:nvSpPr>
        <p:spPr>
          <a:xfrm>
            <a:off x="629961" y="1149923"/>
            <a:ext cx="10932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②画像赤枠部を押し、出てきた「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Profile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」をクリックする。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33C1AED-E84A-5758-FDB8-C1A62B2F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61" y="2563612"/>
            <a:ext cx="8595360" cy="3875977"/>
          </a:xfrm>
          <a:prstGeom prst="rect">
            <a:avLst/>
          </a:prstGeom>
          <a:ln w="28575">
            <a:solidFill>
              <a:srgbClr val="000000"/>
            </a:solidFill>
          </a:ln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19B3D90-B104-245E-65C2-6D4330822775}"/>
              </a:ext>
            </a:extLst>
          </p:cNvPr>
          <p:cNvSpPr/>
          <p:nvPr/>
        </p:nvSpPr>
        <p:spPr>
          <a:xfrm>
            <a:off x="7162800" y="2604252"/>
            <a:ext cx="1981200" cy="3319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2D72F73-6D40-5114-2CCC-03554354D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561" y="4243628"/>
            <a:ext cx="3649018" cy="2489517"/>
          </a:xfrm>
          <a:prstGeom prst="rect">
            <a:avLst/>
          </a:prstGeom>
          <a:ln w="28575">
            <a:solidFill>
              <a:srgbClr val="000000"/>
            </a:solidFill>
          </a:ln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CA31FBA-B3E8-7D83-1057-73992F4A3765}"/>
              </a:ext>
            </a:extLst>
          </p:cNvPr>
          <p:cNvSpPr/>
          <p:nvPr/>
        </p:nvSpPr>
        <p:spPr>
          <a:xfrm>
            <a:off x="9428479" y="5029200"/>
            <a:ext cx="2603100" cy="254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5E976B96-AACB-C84B-37F4-88242096DCB2}"/>
              </a:ext>
            </a:extLst>
          </p:cNvPr>
          <p:cNvSpPr/>
          <p:nvPr/>
        </p:nvSpPr>
        <p:spPr>
          <a:xfrm rot="3064527">
            <a:off x="9125476" y="3114891"/>
            <a:ext cx="1706880" cy="558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41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追加情報入力の手順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756940" y="1120676"/>
            <a:ext cx="106781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③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MAIN INFO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に個人情報を追加で入力していきます。入力する項目は以下に示した通りです。いずれも間違いの無いよう、注意して記入を進めてください。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なお、入力は全て英語表記、ローマ字表記でお願いします。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25A04B-D92F-DD9C-FC35-FF556497A421}"/>
              </a:ext>
            </a:extLst>
          </p:cNvPr>
          <p:cNvSpPr txBox="1"/>
          <p:nvPr/>
        </p:nvSpPr>
        <p:spPr>
          <a:xfrm>
            <a:off x="1099502" y="4144580"/>
            <a:ext cx="10932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Badge Name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：ご自身の氏名を入力してください。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 　　 例えば明治太郎なら、「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Taro Meiji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」と書くこと。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637CF66-58A1-4100-CA8B-D9D1127987C9}"/>
              </a:ext>
            </a:extLst>
          </p:cNvPr>
          <p:cNvSpPr txBox="1"/>
          <p:nvPr/>
        </p:nvSpPr>
        <p:spPr>
          <a:xfrm>
            <a:off x="1099502" y="5260270"/>
            <a:ext cx="11864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Certificate Name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Badge Name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と同様にご自身の氏名を入力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181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追加情報入力の手順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25A04B-D92F-DD9C-FC35-FF556497A421}"/>
              </a:ext>
            </a:extLst>
          </p:cNvPr>
          <p:cNvSpPr txBox="1"/>
          <p:nvPr/>
        </p:nvSpPr>
        <p:spPr>
          <a:xfrm>
            <a:off x="906462" y="1074510"/>
            <a:ext cx="109320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Shirt Size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：ご自身のシャツ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上着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のサイズを選択してください。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 　　 サイズは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XXXXL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までの中から選べます。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分からなければ、今着ている服のサイズで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OK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です。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CD38C4-0C05-048E-E017-ADEB35DD25DF}"/>
              </a:ext>
            </a:extLst>
          </p:cNvPr>
          <p:cNvSpPr txBox="1"/>
          <p:nvPr/>
        </p:nvSpPr>
        <p:spPr>
          <a:xfrm>
            <a:off x="906461" y="2552238"/>
            <a:ext cx="1093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Date Of Birth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：ご自身の生年月日を選択してください。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A64D6B-F7EB-A1CE-B458-A22E81FAE290}"/>
              </a:ext>
            </a:extLst>
          </p:cNvPr>
          <p:cNvSpPr txBox="1"/>
          <p:nvPr/>
        </p:nvSpPr>
        <p:spPr>
          <a:xfrm>
            <a:off x="906461" y="3168191"/>
            <a:ext cx="1093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 Title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：皆さん学生なので、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student 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とご入力ください。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241AAD-543D-C4CD-716D-C79DD04F1C3C}"/>
              </a:ext>
            </a:extLst>
          </p:cNvPr>
          <p:cNvSpPr txBox="1"/>
          <p:nvPr/>
        </p:nvSpPr>
        <p:spPr>
          <a:xfrm>
            <a:off x="906460" y="3782543"/>
            <a:ext cx="10932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Secondary Email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：登録に使ったメールアドレスではない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　　 別のものを用意し、それを入力してください。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6BDC51-8591-F8E4-D3C8-A7707F11076B}"/>
              </a:ext>
            </a:extLst>
          </p:cNvPr>
          <p:cNvSpPr txBox="1"/>
          <p:nvPr/>
        </p:nvSpPr>
        <p:spPr>
          <a:xfrm>
            <a:off x="469580" y="5260271"/>
            <a:ext cx="10678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④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入力が完了したら、右下にある「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Save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」ボタンを押す。</a:t>
            </a:r>
            <a:endParaRPr lang="en-US" altLang="ja-JP" sz="36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465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追加情報入力の手順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756940" y="1120676"/>
            <a:ext cx="106781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⑤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DEGREE INFO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に学位に関する情報を追加で入力していきます。入力する項目は次頁以降に示した通りです。いずれも間違いの無いよう、注意して記入を進めてください。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なお、入力は全て英語表記、ローマ字表記でお願いします。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EBEB8F-6533-0FB8-B4D9-9A76977DCE64}"/>
              </a:ext>
            </a:extLst>
          </p:cNvPr>
          <p:cNvSpPr txBox="1"/>
          <p:nvPr/>
        </p:nvSpPr>
        <p:spPr>
          <a:xfrm>
            <a:off x="756940" y="4603006"/>
            <a:ext cx="117630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Area of study 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：ご自身の所属する学科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学部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を入力してください。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    各学科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学部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の英語表記は明治大学の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HP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を参照し、</a:t>
            </a:r>
            <a:endParaRPr lang="en-US" altLang="ja-JP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　　それに従ってご記入お願いします。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287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追加情報入力の手順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25A04B-D92F-DD9C-FC35-FF556497A421}"/>
              </a:ext>
            </a:extLst>
          </p:cNvPr>
          <p:cNvSpPr txBox="1"/>
          <p:nvPr/>
        </p:nvSpPr>
        <p:spPr>
          <a:xfrm>
            <a:off x="357822" y="1057166"/>
            <a:ext cx="117630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Degree pursued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：ご自身の学位を入力してください。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    大学生は全員 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None 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とご記入ください。</a:t>
            </a:r>
            <a:endParaRPr lang="en-US" altLang="ja-JP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　　大学院生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情報科学科卒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の方は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                 Bachelor of Science 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とご記入ください。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E8692D5-C4A7-03D3-29E1-0EDF0612C4CE}"/>
              </a:ext>
            </a:extLst>
          </p:cNvPr>
          <p:cNvSpPr txBox="1"/>
          <p:nvPr/>
        </p:nvSpPr>
        <p:spPr>
          <a:xfrm>
            <a:off x="357822" y="2948437"/>
            <a:ext cx="116737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Start of Bachelor deg.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：ご自身の入学年月日を選択してください。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　　　　　  基本的に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4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月入学の方は、</a:t>
            </a:r>
            <a:endParaRPr lang="en-US" altLang="ja-JP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　　　　　　入学年度の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4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日を選んでください。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777730-763E-C9C1-B50F-7BF68DEF74BB}"/>
              </a:ext>
            </a:extLst>
          </p:cNvPr>
          <p:cNvSpPr txBox="1"/>
          <p:nvPr/>
        </p:nvSpPr>
        <p:spPr>
          <a:xfrm>
            <a:off x="357822" y="4408821"/>
            <a:ext cx="116737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Expected graduation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：ご自身の卒業予定年月日を選択してください。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　　　　 基本的に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4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月入学の方は、</a:t>
            </a:r>
            <a:endParaRPr lang="en-US" altLang="ja-JP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　　　　 卒業予定年度の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31</a:t>
            </a:r>
            <a:r>
              <a:rPr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日を選んでください。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834EB9-0B6E-0962-EAB6-89479A9F00C1}"/>
              </a:ext>
            </a:extLst>
          </p:cNvPr>
          <p:cNvSpPr txBox="1"/>
          <p:nvPr/>
        </p:nvSpPr>
        <p:spPr>
          <a:xfrm>
            <a:off x="357822" y="5869205"/>
            <a:ext cx="11763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Num Stem Semesters Completed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：初期値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0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のままにしてください。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912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追加情報入力の手順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6BDC51-8591-F8E4-D3C8-A7707F11076B}"/>
              </a:ext>
            </a:extLst>
          </p:cNvPr>
          <p:cNvSpPr txBox="1"/>
          <p:nvPr/>
        </p:nvSpPr>
        <p:spPr>
          <a:xfrm>
            <a:off x="756940" y="1223011"/>
            <a:ext cx="10678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⑥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入力が完了したら、右下にある「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Save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」ボタンを押す。</a:t>
            </a:r>
            <a:endParaRPr lang="en-US" altLang="ja-JP" sz="36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469909" y="4605050"/>
            <a:ext cx="112521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以上で個人情報の追加入力は終了です。</a:t>
            </a:r>
            <a:endParaRPr lang="en-US" altLang="ja-JP" sz="4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4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お疲れさまでした！</a:t>
            </a:r>
            <a:endParaRPr lang="en-US" altLang="ja-JP" sz="4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6525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2688</TotalTime>
  <Words>639</Words>
  <Application>Microsoft Office PowerPoint</Application>
  <PresentationFormat>ワイド画面</PresentationFormat>
  <Paragraphs>46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ＭＳ ゴシック</vt:lpstr>
      <vt:lpstr>游ゴシック</vt:lpstr>
      <vt:lpstr>游ゴシック Light</vt:lpstr>
      <vt:lpstr>Arial</vt:lpstr>
      <vt:lpstr>Arial Black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西郷 智博</dc:creator>
  <cp:lastModifiedBy>智博 西郷</cp:lastModifiedBy>
  <cp:revision>47</cp:revision>
  <dcterms:created xsi:type="dcterms:W3CDTF">2021-12-06T17:38:20Z</dcterms:created>
  <dcterms:modified xsi:type="dcterms:W3CDTF">2024-08-19T22:36:51Z</dcterms:modified>
</cp:coreProperties>
</file>