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0" r:id="rId2"/>
    <p:sldId id="322" r:id="rId3"/>
    <p:sldId id="308" r:id="rId4"/>
    <p:sldId id="323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FF6565"/>
    <a:srgbClr val="000000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3834" autoAdjust="0"/>
  </p:normalViewPr>
  <p:slideViewPr>
    <p:cSldViewPr snapToGrid="0">
      <p:cViewPr varScale="1">
        <p:scale>
          <a:sx n="51" d="100"/>
          <a:sy n="51" d="100"/>
        </p:scale>
        <p:origin x="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大会開催日時・場所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85699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開催日時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16:30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19:30</a:t>
            </a: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開催場所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理工学部第二校舎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号館 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階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ソフトウェア実習室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集合日時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7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15:30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11CCF70-D494-2977-F4D1-BC77C6FEB6E1}"/>
              </a:ext>
            </a:extLst>
          </p:cNvPr>
          <p:cNvGrpSpPr/>
          <p:nvPr/>
        </p:nvGrpSpPr>
        <p:grpSpPr>
          <a:xfrm>
            <a:off x="7304223" y="3711892"/>
            <a:ext cx="5578657" cy="3070719"/>
            <a:chOff x="6410143" y="3749039"/>
            <a:chExt cx="5781857" cy="3070719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3ED96F0-F8DC-723A-7011-728BC9DC8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0143" y="3749039"/>
              <a:ext cx="5781857" cy="3070719"/>
            </a:xfrm>
            <a:prstGeom prst="rect">
              <a:avLst/>
            </a:prstGeom>
          </p:spPr>
        </p:pic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EDE6B57D-493C-6F58-A3F7-BA207DDB4D8A}"/>
                </a:ext>
              </a:extLst>
            </p:cNvPr>
            <p:cNvSpPr/>
            <p:nvPr/>
          </p:nvSpPr>
          <p:spPr>
            <a:xfrm>
              <a:off x="7911431" y="4328160"/>
              <a:ext cx="531529" cy="54087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176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976880" y="75389"/>
            <a:ext cx="9054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当日の持ち物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644962-F44A-0D73-66BF-28771C79F9A9}"/>
              </a:ext>
            </a:extLst>
          </p:cNvPr>
          <p:cNvSpPr txBox="1"/>
          <p:nvPr/>
        </p:nvSpPr>
        <p:spPr>
          <a:xfrm>
            <a:off x="350540" y="1156288"/>
            <a:ext cx="11681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・コーチから各チームへ競技用アカウントのメールが転送されています。当日は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競技用アカウントを記した紙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を必ずご持参ください。</a:t>
            </a:r>
            <a:endParaRPr lang="en-US" altLang="ja-JP" sz="3200" u="sng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685383-A94D-F471-3BB3-FB68905600B7}"/>
              </a:ext>
            </a:extLst>
          </p:cNvPr>
          <p:cNvSpPr txBox="1"/>
          <p:nvPr/>
        </p:nvSpPr>
        <p:spPr>
          <a:xfrm>
            <a:off x="350540" y="3085125"/>
            <a:ext cx="1149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・その他任意で筆記用具、メモ用紙、参考書、印刷物を持ち込むことが可能です。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A8E350-252A-206A-A80A-13C4556E38BF}"/>
              </a:ext>
            </a:extLst>
          </p:cNvPr>
          <p:cNvSpPr txBox="1"/>
          <p:nvPr/>
        </p:nvSpPr>
        <p:spPr>
          <a:xfrm>
            <a:off x="350540" y="4459965"/>
            <a:ext cx="11490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・問題文の印刷物は大会が開始され次第、各チームに配布します。</a:t>
            </a:r>
            <a:endParaRPr lang="en-US" altLang="ja-JP" sz="32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984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大会参加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の環境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175270" y="1057166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・当日はチームごとに着席し、実習室設置の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PC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でオンライン参加となります。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C17F38-4484-5D1B-9BFB-D80212FA1046}"/>
              </a:ext>
            </a:extLst>
          </p:cNvPr>
          <p:cNvSpPr txBox="1"/>
          <p:nvPr/>
        </p:nvSpPr>
        <p:spPr>
          <a:xfrm>
            <a:off x="175270" y="2551837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・設置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を試用したい方や電子データの事前設置をしたい方に向け、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当日の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13:30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頃からソフトウェア実習室を開放します。ご自由にお越しください。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733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リハーサルセッション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841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システムのリハーサルセッションが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7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金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 11:00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15:00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に予定されています。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2F1566-9235-5683-7274-926F01D86175}"/>
              </a:ext>
            </a:extLst>
          </p:cNvPr>
          <p:cNvSpPr txBox="1"/>
          <p:nvPr/>
        </p:nvSpPr>
        <p:spPr>
          <a:xfrm>
            <a:off x="350540" y="2653048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システムに慣れてもらう目的で実施されているため、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少なくともチーム内で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はリハーサルに取り組んでください。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914DE8-4182-6994-5540-C776900274DD}"/>
              </a:ext>
            </a:extLst>
          </p:cNvPr>
          <p:cNvSpPr txBox="1"/>
          <p:nvPr/>
        </p:nvSpPr>
        <p:spPr>
          <a:xfrm>
            <a:off x="350540" y="4642845"/>
            <a:ext cx="118414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本番と同様の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URL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ID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、パスワードでリハーサルに参加できます。なお、リハーサルに利用する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はご自身のものでも構いません。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204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</TotalTime>
  <Words>243</Words>
  <Application>Microsoft Office PowerPoint</Application>
  <PresentationFormat>ワイド画面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49</cp:revision>
  <dcterms:created xsi:type="dcterms:W3CDTF">2021-12-06T17:38:20Z</dcterms:created>
  <dcterms:modified xsi:type="dcterms:W3CDTF">2024-07-04T02:00:47Z</dcterms:modified>
</cp:coreProperties>
</file>